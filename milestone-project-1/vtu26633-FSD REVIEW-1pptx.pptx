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774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90669" y="1375459"/>
            <a:ext cx="1497330" cy="7541259"/>
          </a:xfrm>
          <a:custGeom>
            <a:avLst/>
            <a:gdLst/>
            <a:ahLst/>
            <a:cxnLst/>
            <a:rect l="l" t="t" r="r" b="b"/>
            <a:pathLst>
              <a:path w="1497330" h="7541259">
                <a:moveTo>
                  <a:pt x="1497330" y="0"/>
                </a:moveTo>
                <a:lnTo>
                  <a:pt x="1454142" y="46244"/>
                </a:lnTo>
                <a:lnTo>
                  <a:pt x="1423846" y="79374"/>
                </a:lnTo>
                <a:lnTo>
                  <a:pt x="1393818" y="112752"/>
                </a:lnTo>
                <a:lnTo>
                  <a:pt x="1364059" y="146375"/>
                </a:lnTo>
                <a:lnTo>
                  <a:pt x="1334571" y="180242"/>
                </a:lnTo>
                <a:lnTo>
                  <a:pt x="1305356" y="214352"/>
                </a:lnTo>
                <a:lnTo>
                  <a:pt x="1276416" y="248702"/>
                </a:lnTo>
                <a:lnTo>
                  <a:pt x="1247753" y="283291"/>
                </a:lnTo>
                <a:lnTo>
                  <a:pt x="1219367" y="318117"/>
                </a:lnTo>
                <a:lnTo>
                  <a:pt x="1191261" y="353179"/>
                </a:lnTo>
                <a:lnTo>
                  <a:pt x="1163437" y="388474"/>
                </a:lnTo>
                <a:lnTo>
                  <a:pt x="1135896" y="424002"/>
                </a:lnTo>
                <a:lnTo>
                  <a:pt x="1108639" y="459760"/>
                </a:lnTo>
                <a:lnTo>
                  <a:pt x="1081670" y="495747"/>
                </a:lnTo>
                <a:lnTo>
                  <a:pt x="1054988" y="531960"/>
                </a:lnTo>
                <a:lnTo>
                  <a:pt x="1028596" y="568399"/>
                </a:lnTo>
                <a:lnTo>
                  <a:pt x="1002497" y="605062"/>
                </a:lnTo>
                <a:lnTo>
                  <a:pt x="976690" y="641946"/>
                </a:lnTo>
                <a:lnTo>
                  <a:pt x="951179" y="679051"/>
                </a:lnTo>
                <a:lnTo>
                  <a:pt x="925964" y="716374"/>
                </a:lnTo>
                <a:lnTo>
                  <a:pt x="901048" y="753914"/>
                </a:lnTo>
                <a:lnTo>
                  <a:pt x="876432" y="791668"/>
                </a:lnTo>
                <a:lnTo>
                  <a:pt x="852118" y="829637"/>
                </a:lnTo>
                <a:lnTo>
                  <a:pt x="828108" y="867816"/>
                </a:lnTo>
                <a:lnTo>
                  <a:pt x="804402" y="906206"/>
                </a:lnTo>
                <a:lnTo>
                  <a:pt x="781004" y="944804"/>
                </a:lnTo>
                <a:lnTo>
                  <a:pt x="757915" y="983609"/>
                </a:lnTo>
                <a:lnTo>
                  <a:pt x="735136" y="1022618"/>
                </a:lnTo>
                <a:lnTo>
                  <a:pt x="712669" y="1061831"/>
                </a:lnTo>
                <a:lnTo>
                  <a:pt x="690516" y="1101245"/>
                </a:lnTo>
                <a:lnTo>
                  <a:pt x="668678" y="1140859"/>
                </a:lnTo>
                <a:lnTo>
                  <a:pt x="647158" y="1180670"/>
                </a:lnTo>
                <a:lnTo>
                  <a:pt x="625956" y="1220679"/>
                </a:lnTo>
                <a:lnTo>
                  <a:pt x="605076" y="1260881"/>
                </a:lnTo>
                <a:lnTo>
                  <a:pt x="584517" y="1301277"/>
                </a:lnTo>
                <a:lnTo>
                  <a:pt x="564283" y="1341864"/>
                </a:lnTo>
                <a:lnTo>
                  <a:pt x="544374" y="1382640"/>
                </a:lnTo>
                <a:lnTo>
                  <a:pt x="524793" y="1423605"/>
                </a:lnTo>
                <a:lnTo>
                  <a:pt x="505540" y="1464755"/>
                </a:lnTo>
                <a:lnTo>
                  <a:pt x="486619" y="1506090"/>
                </a:lnTo>
                <a:lnTo>
                  <a:pt x="468030" y="1547607"/>
                </a:lnTo>
                <a:lnTo>
                  <a:pt x="449776" y="1589306"/>
                </a:lnTo>
                <a:lnTo>
                  <a:pt x="431857" y="1631183"/>
                </a:lnTo>
                <a:lnTo>
                  <a:pt x="414276" y="1673239"/>
                </a:lnTo>
                <a:lnTo>
                  <a:pt x="397034" y="1715470"/>
                </a:lnTo>
                <a:lnTo>
                  <a:pt x="380134" y="1757876"/>
                </a:lnTo>
                <a:lnTo>
                  <a:pt x="363576" y="1800454"/>
                </a:lnTo>
                <a:lnTo>
                  <a:pt x="347363" y="1843202"/>
                </a:lnTo>
                <a:lnTo>
                  <a:pt x="331496" y="1886120"/>
                </a:lnTo>
                <a:lnTo>
                  <a:pt x="315976" y="1929205"/>
                </a:lnTo>
                <a:lnTo>
                  <a:pt x="300807" y="1972456"/>
                </a:lnTo>
                <a:lnTo>
                  <a:pt x="285988" y="2015871"/>
                </a:lnTo>
                <a:lnTo>
                  <a:pt x="271523" y="2059448"/>
                </a:lnTo>
                <a:lnTo>
                  <a:pt x="257412" y="2103186"/>
                </a:lnTo>
                <a:lnTo>
                  <a:pt x="243657" y="2147083"/>
                </a:lnTo>
                <a:lnTo>
                  <a:pt x="230261" y="2191137"/>
                </a:lnTo>
                <a:lnTo>
                  <a:pt x="217224" y="2235346"/>
                </a:lnTo>
                <a:lnTo>
                  <a:pt x="204549" y="2279709"/>
                </a:lnTo>
                <a:lnTo>
                  <a:pt x="192237" y="2324224"/>
                </a:lnTo>
                <a:lnTo>
                  <a:pt x="180290" y="2368890"/>
                </a:lnTo>
                <a:lnTo>
                  <a:pt x="168710" y="2413704"/>
                </a:lnTo>
                <a:lnTo>
                  <a:pt x="157498" y="2458665"/>
                </a:lnTo>
                <a:lnTo>
                  <a:pt x="146656" y="2503771"/>
                </a:lnTo>
                <a:lnTo>
                  <a:pt x="136185" y="2549021"/>
                </a:lnTo>
                <a:lnTo>
                  <a:pt x="126088" y="2594413"/>
                </a:lnTo>
                <a:lnTo>
                  <a:pt x="116366" y="2639945"/>
                </a:lnTo>
                <a:lnTo>
                  <a:pt x="107021" y="2685615"/>
                </a:lnTo>
                <a:lnTo>
                  <a:pt x="98055" y="2731422"/>
                </a:lnTo>
                <a:lnTo>
                  <a:pt x="89468" y="2777364"/>
                </a:lnTo>
                <a:lnTo>
                  <a:pt x="81264" y="2823439"/>
                </a:lnTo>
                <a:lnTo>
                  <a:pt x="73443" y="2869646"/>
                </a:lnTo>
                <a:lnTo>
                  <a:pt x="66008" y="2915983"/>
                </a:lnTo>
                <a:lnTo>
                  <a:pt x="58959" y="2962449"/>
                </a:lnTo>
                <a:lnTo>
                  <a:pt x="52299" y="3009040"/>
                </a:lnTo>
                <a:lnTo>
                  <a:pt x="46030" y="3055757"/>
                </a:lnTo>
                <a:lnTo>
                  <a:pt x="40153" y="3102597"/>
                </a:lnTo>
                <a:lnTo>
                  <a:pt x="34669" y="3149558"/>
                </a:lnTo>
                <a:lnTo>
                  <a:pt x="29582" y="3196638"/>
                </a:lnTo>
                <a:lnTo>
                  <a:pt x="24891" y="3243837"/>
                </a:lnTo>
                <a:lnTo>
                  <a:pt x="20599" y="3291152"/>
                </a:lnTo>
                <a:lnTo>
                  <a:pt x="16708" y="3338582"/>
                </a:lnTo>
                <a:lnTo>
                  <a:pt x="13220" y="3386125"/>
                </a:lnTo>
                <a:lnTo>
                  <a:pt x="10135" y="3433779"/>
                </a:lnTo>
                <a:lnTo>
                  <a:pt x="7456" y="3481542"/>
                </a:lnTo>
                <a:lnTo>
                  <a:pt x="5185" y="3529413"/>
                </a:lnTo>
                <a:lnTo>
                  <a:pt x="3323" y="3577390"/>
                </a:lnTo>
                <a:lnTo>
                  <a:pt x="1871" y="3625472"/>
                </a:lnTo>
                <a:lnTo>
                  <a:pt x="833" y="3673656"/>
                </a:lnTo>
                <a:lnTo>
                  <a:pt x="208" y="3721941"/>
                </a:lnTo>
                <a:lnTo>
                  <a:pt x="0" y="3770326"/>
                </a:lnTo>
                <a:lnTo>
                  <a:pt x="208" y="3818710"/>
                </a:lnTo>
                <a:lnTo>
                  <a:pt x="833" y="3866996"/>
                </a:lnTo>
                <a:lnTo>
                  <a:pt x="1871" y="3915180"/>
                </a:lnTo>
                <a:lnTo>
                  <a:pt x="3323" y="3963261"/>
                </a:lnTo>
                <a:lnTo>
                  <a:pt x="5185" y="4011239"/>
                </a:lnTo>
                <a:lnTo>
                  <a:pt x="7456" y="4059110"/>
                </a:lnTo>
                <a:lnTo>
                  <a:pt x="10135" y="4106873"/>
                </a:lnTo>
                <a:lnTo>
                  <a:pt x="13220" y="4154527"/>
                </a:lnTo>
                <a:lnTo>
                  <a:pt x="16708" y="4202070"/>
                </a:lnTo>
                <a:lnTo>
                  <a:pt x="20599" y="4249499"/>
                </a:lnTo>
                <a:lnTo>
                  <a:pt x="24891" y="4296814"/>
                </a:lnTo>
                <a:lnTo>
                  <a:pt x="29582" y="4344013"/>
                </a:lnTo>
                <a:lnTo>
                  <a:pt x="34669" y="4391094"/>
                </a:lnTo>
                <a:lnTo>
                  <a:pt x="40153" y="4438055"/>
                </a:lnTo>
                <a:lnTo>
                  <a:pt x="46030" y="4484895"/>
                </a:lnTo>
                <a:lnTo>
                  <a:pt x="52299" y="4531611"/>
                </a:lnTo>
                <a:lnTo>
                  <a:pt x="58959" y="4578203"/>
                </a:lnTo>
                <a:lnTo>
                  <a:pt x="66008" y="4624668"/>
                </a:lnTo>
                <a:lnTo>
                  <a:pt x="73443" y="4671005"/>
                </a:lnTo>
                <a:lnTo>
                  <a:pt x="81264" y="4717212"/>
                </a:lnTo>
                <a:lnTo>
                  <a:pt x="89468" y="4763288"/>
                </a:lnTo>
                <a:lnTo>
                  <a:pt x="98055" y="4809230"/>
                </a:lnTo>
                <a:lnTo>
                  <a:pt x="107021" y="4855037"/>
                </a:lnTo>
                <a:lnTo>
                  <a:pt x="116366" y="4900707"/>
                </a:lnTo>
                <a:lnTo>
                  <a:pt x="126088" y="4946239"/>
                </a:lnTo>
                <a:lnTo>
                  <a:pt x="136185" y="4991631"/>
                </a:lnTo>
                <a:lnTo>
                  <a:pt x="146656" y="5036880"/>
                </a:lnTo>
                <a:lnTo>
                  <a:pt x="157498" y="5081987"/>
                </a:lnTo>
                <a:lnTo>
                  <a:pt x="168710" y="5126948"/>
                </a:lnTo>
                <a:lnTo>
                  <a:pt x="180290" y="5171762"/>
                </a:lnTo>
                <a:lnTo>
                  <a:pt x="192237" y="5216427"/>
                </a:lnTo>
                <a:lnTo>
                  <a:pt x="204549" y="5260943"/>
                </a:lnTo>
                <a:lnTo>
                  <a:pt x="217224" y="5305306"/>
                </a:lnTo>
                <a:lnTo>
                  <a:pt x="230261" y="5349515"/>
                </a:lnTo>
                <a:lnTo>
                  <a:pt x="243657" y="5393569"/>
                </a:lnTo>
                <a:lnTo>
                  <a:pt x="257412" y="5437465"/>
                </a:lnTo>
                <a:lnTo>
                  <a:pt x="271523" y="5481203"/>
                </a:lnTo>
                <a:lnTo>
                  <a:pt x="285988" y="5524780"/>
                </a:lnTo>
                <a:lnTo>
                  <a:pt x="300807" y="5568195"/>
                </a:lnTo>
                <a:lnTo>
                  <a:pt x="315976" y="5611446"/>
                </a:lnTo>
                <a:lnTo>
                  <a:pt x="331496" y="5654531"/>
                </a:lnTo>
                <a:lnTo>
                  <a:pt x="347363" y="5697449"/>
                </a:lnTo>
                <a:lnTo>
                  <a:pt x="363576" y="5740198"/>
                </a:lnTo>
                <a:lnTo>
                  <a:pt x="380134" y="5782776"/>
                </a:lnTo>
                <a:lnTo>
                  <a:pt x="397034" y="5825181"/>
                </a:lnTo>
                <a:lnTo>
                  <a:pt x="414276" y="5867413"/>
                </a:lnTo>
                <a:lnTo>
                  <a:pt x="431857" y="5909468"/>
                </a:lnTo>
                <a:lnTo>
                  <a:pt x="449776" y="5951346"/>
                </a:lnTo>
                <a:lnTo>
                  <a:pt x="468030" y="5993044"/>
                </a:lnTo>
                <a:lnTo>
                  <a:pt x="486619" y="6034562"/>
                </a:lnTo>
                <a:lnTo>
                  <a:pt x="505540" y="6075897"/>
                </a:lnTo>
                <a:lnTo>
                  <a:pt x="524793" y="6117047"/>
                </a:lnTo>
                <a:lnTo>
                  <a:pt x="544374" y="6158011"/>
                </a:lnTo>
                <a:lnTo>
                  <a:pt x="564283" y="6198788"/>
                </a:lnTo>
                <a:lnTo>
                  <a:pt x="584517" y="6239375"/>
                </a:lnTo>
                <a:lnTo>
                  <a:pt x="605076" y="6279770"/>
                </a:lnTo>
                <a:lnTo>
                  <a:pt x="625956" y="6319973"/>
                </a:lnTo>
                <a:lnTo>
                  <a:pt x="647158" y="6359981"/>
                </a:lnTo>
                <a:lnTo>
                  <a:pt x="668678" y="6399793"/>
                </a:lnTo>
                <a:lnTo>
                  <a:pt x="690516" y="6439407"/>
                </a:lnTo>
                <a:lnTo>
                  <a:pt x="712669" y="6478821"/>
                </a:lnTo>
                <a:lnTo>
                  <a:pt x="735136" y="6518033"/>
                </a:lnTo>
                <a:lnTo>
                  <a:pt x="757915" y="6557043"/>
                </a:lnTo>
                <a:lnTo>
                  <a:pt x="781004" y="6595847"/>
                </a:lnTo>
                <a:lnTo>
                  <a:pt x="804402" y="6634445"/>
                </a:lnTo>
                <a:lnTo>
                  <a:pt x="828108" y="6672835"/>
                </a:lnTo>
                <a:lnTo>
                  <a:pt x="852118" y="6711015"/>
                </a:lnTo>
                <a:lnTo>
                  <a:pt x="876432" y="6748983"/>
                </a:lnTo>
                <a:lnTo>
                  <a:pt x="901048" y="6786738"/>
                </a:lnTo>
                <a:lnTo>
                  <a:pt x="925964" y="6824278"/>
                </a:lnTo>
                <a:lnTo>
                  <a:pt x="951179" y="6861601"/>
                </a:lnTo>
                <a:lnTo>
                  <a:pt x="976690" y="6898705"/>
                </a:lnTo>
                <a:lnTo>
                  <a:pt x="1002497" y="6935590"/>
                </a:lnTo>
                <a:lnTo>
                  <a:pt x="1028596" y="6972252"/>
                </a:lnTo>
                <a:lnTo>
                  <a:pt x="1054988" y="7008691"/>
                </a:lnTo>
                <a:lnTo>
                  <a:pt x="1081670" y="7044905"/>
                </a:lnTo>
                <a:lnTo>
                  <a:pt x="1108639" y="7080892"/>
                </a:lnTo>
                <a:lnTo>
                  <a:pt x="1135896" y="7116650"/>
                </a:lnTo>
                <a:lnTo>
                  <a:pt x="1163437" y="7152177"/>
                </a:lnTo>
                <a:lnTo>
                  <a:pt x="1191261" y="7187473"/>
                </a:lnTo>
                <a:lnTo>
                  <a:pt x="1219367" y="7222534"/>
                </a:lnTo>
                <a:lnTo>
                  <a:pt x="1247753" y="7257361"/>
                </a:lnTo>
                <a:lnTo>
                  <a:pt x="1276416" y="7291950"/>
                </a:lnTo>
                <a:lnTo>
                  <a:pt x="1305356" y="7326300"/>
                </a:lnTo>
                <a:lnTo>
                  <a:pt x="1334571" y="7360409"/>
                </a:lnTo>
                <a:lnTo>
                  <a:pt x="1364059" y="7394277"/>
                </a:lnTo>
                <a:lnTo>
                  <a:pt x="1393818" y="7427900"/>
                </a:lnTo>
                <a:lnTo>
                  <a:pt x="1423846" y="7461278"/>
                </a:lnTo>
                <a:lnTo>
                  <a:pt x="1454142" y="7494408"/>
                </a:lnTo>
                <a:lnTo>
                  <a:pt x="1484705" y="7527289"/>
                </a:lnTo>
                <a:lnTo>
                  <a:pt x="1497330" y="7540652"/>
                </a:lnTo>
              </a:path>
            </a:pathLst>
          </a:custGeom>
          <a:ln w="617220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6508" y="305257"/>
            <a:ext cx="11090910" cy="854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9175" y="2499817"/>
            <a:ext cx="12270105" cy="3445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637635" y="0"/>
            <a:ext cx="4650740" cy="1365250"/>
          </a:xfrm>
          <a:custGeom>
            <a:avLst/>
            <a:gdLst/>
            <a:ahLst/>
            <a:cxnLst/>
            <a:rect l="l" t="t" r="r" b="b"/>
            <a:pathLst>
              <a:path w="4650740" h="1365250">
                <a:moveTo>
                  <a:pt x="0" y="0"/>
                </a:moveTo>
                <a:lnTo>
                  <a:pt x="33867" y="29575"/>
                </a:lnTo>
                <a:lnTo>
                  <a:pt x="67976" y="58802"/>
                </a:lnTo>
                <a:lnTo>
                  <a:pt x="102326" y="87755"/>
                </a:lnTo>
                <a:lnTo>
                  <a:pt x="136916" y="116431"/>
                </a:lnTo>
                <a:lnTo>
                  <a:pt x="171742" y="144829"/>
                </a:lnTo>
                <a:lnTo>
                  <a:pt x="206804" y="172947"/>
                </a:lnTo>
                <a:lnTo>
                  <a:pt x="242099" y="200783"/>
                </a:lnTo>
                <a:lnTo>
                  <a:pt x="277627" y="228337"/>
                </a:lnTo>
                <a:lnTo>
                  <a:pt x="313385" y="255605"/>
                </a:lnTo>
                <a:lnTo>
                  <a:pt x="349371" y="282587"/>
                </a:lnTo>
                <a:lnTo>
                  <a:pt x="385585" y="309280"/>
                </a:lnTo>
                <a:lnTo>
                  <a:pt x="422024" y="335683"/>
                </a:lnTo>
                <a:lnTo>
                  <a:pt x="458687" y="361794"/>
                </a:lnTo>
                <a:lnTo>
                  <a:pt x="495571" y="387612"/>
                </a:lnTo>
                <a:lnTo>
                  <a:pt x="532675" y="413135"/>
                </a:lnTo>
                <a:lnTo>
                  <a:pt x="569998" y="438361"/>
                </a:lnTo>
                <a:lnTo>
                  <a:pt x="607538" y="463288"/>
                </a:lnTo>
                <a:lnTo>
                  <a:pt x="645293" y="487914"/>
                </a:lnTo>
                <a:lnTo>
                  <a:pt x="683261" y="512239"/>
                </a:lnTo>
                <a:lnTo>
                  <a:pt x="721441" y="536260"/>
                </a:lnTo>
                <a:lnTo>
                  <a:pt x="759831" y="559976"/>
                </a:lnTo>
                <a:lnTo>
                  <a:pt x="798429" y="583384"/>
                </a:lnTo>
                <a:lnTo>
                  <a:pt x="837234" y="606484"/>
                </a:lnTo>
                <a:lnTo>
                  <a:pt x="876243" y="629273"/>
                </a:lnTo>
                <a:lnTo>
                  <a:pt x="915456" y="651750"/>
                </a:lnTo>
                <a:lnTo>
                  <a:pt x="954870" y="673913"/>
                </a:lnTo>
                <a:lnTo>
                  <a:pt x="994483" y="695760"/>
                </a:lnTo>
                <a:lnTo>
                  <a:pt x="1034295" y="717290"/>
                </a:lnTo>
                <a:lnTo>
                  <a:pt x="1074303" y="738501"/>
                </a:lnTo>
                <a:lnTo>
                  <a:pt x="1114506" y="759391"/>
                </a:lnTo>
                <a:lnTo>
                  <a:pt x="1154902" y="779959"/>
                </a:lnTo>
                <a:lnTo>
                  <a:pt x="1195489" y="800203"/>
                </a:lnTo>
                <a:lnTo>
                  <a:pt x="1236265" y="820120"/>
                </a:lnTo>
                <a:lnTo>
                  <a:pt x="1277229" y="839710"/>
                </a:lnTo>
                <a:lnTo>
                  <a:pt x="1318380" y="858971"/>
                </a:lnTo>
                <a:lnTo>
                  <a:pt x="1359714" y="877901"/>
                </a:lnTo>
                <a:lnTo>
                  <a:pt x="1401232" y="896498"/>
                </a:lnTo>
                <a:lnTo>
                  <a:pt x="1442930" y="914761"/>
                </a:lnTo>
                <a:lnTo>
                  <a:pt x="1484808" y="932687"/>
                </a:lnTo>
                <a:lnTo>
                  <a:pt x="1526863" y="950276"/>
                </a:lnTo>
                <a:lnTo>
                  <a:pt x="1569095" y="967526"/>
                </a:lnTo>
                <a:lnTo>
                  <a:pt x="1611500" y="984434"/>
                </a:lnTo>
                <a:lnTo>
                  <a:pt x="1654078" y="1000999"/>
                </a:lnTo>
                <a:lnTo>
                  <a:pt x="1696827" y="1017220"/>
                </a:lnTo>
                <a:lnTo>
                  <a:pt x="1739745" y="1033094"/>
                </a:lnTo>
                <a:lnTo>
                  <a:pt x="1782830" y="1048620"/>
                </a:lnTo>
                <a:lnTo>
                  <a:pt x="1826081" y="1063797"/>
                </a:lnTo>
                <a:lnTo>
                  <a:pt x="1869496" y="1078622"/>
                </a:lnTo>
                <a:lnTo>
                  <a:pt x="1913073" y="1093094"/>
                </a:lnTo>
                <a:lnTo>
                  <a:pt x="1956811" y="1107211"/>
                </a:lnTo>
                <a:lnTo>
                  <a:pt x="2000708" y="1120972"/>
                </a:lnTo>
                <a:lnTo>
                  <a:pt x="2044761" y="1134375"/>
                </a:lnTo>
                <a:lnTo>
                  <a:pt x="2088971" y="1147417"/>
                </a:lnTo>
                <a:lnTo>
                  <a:pt x="2133334" y="1160098"/>
                </a:lnTo>
                <a:lnTo>
                  <a:pt x="2177849" y="1172415"/>
                </a:lnTo>
                <a:lnTo>
                  <a:pt x="2222514" y="1184368"/>
                </a:lnTo>
                <a:lnTo>
                  <a:pt x="2267328" y="1195954"/>
                </a:lnTo>
                <a:lnTo>
                  <a:pt x="2312289" y="1207171"/>
                </a:lnTo>
                <a:lnTo>
                  <a:pt x="2357396" y="1218018"/>
                </a:lnTo>
                <a:lnTo>
                  <a:pt x="2402646" y="1228493"/>
                </a:lnTo>
                <a:lnTo>
                  <a:pt x="2448037" y="1238595"/>
                </a:lnTo>
                <a:lnTo>
                  <a:pt x="2493569" y="1248321"/>
                </a:lnTo>
                <a:lnTo>
                  <a:pt x="2539240" y="1257670"/>
                </a:lnTo>
                <a:lnTo>
                  <a:pt x="2585047" y="1266641"/>
                </a:lnTo>
                <a:lnTo>
                  <a:pt x="2630989" y="1275231"/>
                </a:lnTo>
                <a:lnTo>
                  <a:pt x="2677064" y="1283440"/>
                </a:lnTo>
                <a:lnTo>
                  <a:pt x="2723271" y="1291264"/>
                </a:lnTo>
                <a:lnTo>
                  <a:pt x="2769608" y="1298703"/>
                </a:lnTo>
                <a:lnTo>
                  <a:pt x="2816073" y="1305755"/>
                </a:lnTo>
                <a:lnTo>
                  <a:pt x="2862665" y="1312418"/>
                </a:lnTo>
                <a:lnTo>
                  <a:pt x="2909382" y="1318690"/>
                </a:lnTo>
                <a:lnTo>
                  <a:pt x="2956221" y="1324570"/>
                </a:lnTo>
                <a:lnTo>
                  <a:pt x="3003182" y="1330056"/>
                </a:lnTo>
                <a:lnTo>
                  <a:pt x="3050263" y="1335146"/>
                </a:lnTo>
                <a:lnTo>
                  <a:pt x="3097462" y="1339838"/>
                </a:lnTo>
                <a:lnTo>
                  <a:pt x="3144777" y="1344132"/>
                </a:lnTo>
                <a:lnTo>
                  <a:pt x="3192207" y="1348025"/>
                </a:lnTo>
                <a:lnTo>
                  <a:pt x="3239749" y="1351515"/>
                </a:lnTo>
                <a:lnTo>
                  <a:pt x="3287403" y="1354601"/>
                </a:lnTo>
                <a:lnTo>
                  <a:pt x="3335167" y="1357281"/>
                </a:lnTo>
                <a:lnTo>
                  <a:pt x="3383038" y="1359554"/>
                </a:lnTo>
                <a:lnTo>
                  <a:pt x="3431015" y="1361417"/>
                </a:lnTo>
                <a:lnTo>
                  <a:pt x="3479096" y="1362869"/>
                </a:lnTo>
                <a:lnTo>
                  <a:pt x="3527281" y="1363908"/>
                </a:lnTo>
                <a:lnTo>
                  <a:pt x="3575566" y="1364533"/>
                </a:lnTo>
                <a:lnTo>
                  <a:pt x="3623950" y="1364742"/>
                </a:lnTo>
                <a:lnTo>
                  <a:pt x="3672335" y="1364533"/>
                </a:lnTo>
                <a:lnTo>
                  <a:pt x="3720620" y="1363908"/>
                </a:lnTo>
                <a:lnTo>
                  <a:pt x="3768805" y="1362869"/>
                </a:lnTo>
                <a:lnTo>
                  <a:pt x="3816886" y="1361417"/>
                </a:lnTo>
                <a:lnTo>
                  <a:pt x="3864863" y="1359554"/>
                </a:lnTo>
                <a:lnTo>
                  <a:pt x="3912734" y="1357281"/>
                </a:lnTo>
                <a:lnTo>
                  <a:pt x="3960498" y="1354601"/>
                </a:lnTo>
                <a:lnTo>
                  <a:pt x="4008152" y="1351515"/>
                </a:lnTo>
                <a:lnTo>
                  <a:pt x="4055694" y="1348025"/>
                </a:lnTo>
                <a:lnTo>
                  <a:pt x="4103124" y="1344132"/>
                </a:lnTo>
                <a:lnTo>
                  <a:pt x="4150439" y="1339838"/>
                </a:lnTo>
                <a:lnTo>
                  <a:pt x="4197638" y="1335146"/>
                </a:lnTo>
                <a:lnTo>
                  <a:pt x="4244719" y="1330056"/>
                </a:lnTo>
                <a:lnTo>
                  <a:pt x="4291680" y="1324570"/>
                </a:lnTo>
                <a:lnTo>
                  <a:pt x="4338519" y="1318690"/>
                </a:lnTo>
                <a:lnTo>
                  <a:pt x="4385236" y="1312418"/>
                </a:lnTo>
                <a:lnTo>
                  <a:pt x="4431828" y="1305755"/>
                </a:lnTo>
                <a:lnTo>
                  <a:pt x="4478293" y="1298703"/>
                </a:lnTo>
                <a:lnTo>
                  <a:pt x="4524630" y="1291264"/>
                </a:lnTo>
                <a:lnTo>
                  <a:pt x="4570837" y="1283440"/>
                </a:lnTo>
                <a:lnTo>
                  <a:pt x="4616912" y="1275231"/>
                </a:lnTo>
                <a:lnTo>
                  <a:pt x="4650364" y="1268977"/>
                </a:lnTo>
              </a:path>
            </a:pathLst>
          </a:custGeom>
          <a:ln w="516636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908932"/>
            <a:ext cx="1031240" cy="6412230"/>
          </a:xfrm>
          <a:custGeom>
            <a:avLst/>
            <a:gdLst/>
            <a:ahLst/>
            <a:cxnLst/>
            <a:rect l="l" t="t" r="r" b="b"/>
            <a:pathLst>
              <a:path w="1031240" h="6412230">
                <a:moveTo>
                  <a:pt x="0" y="6411735"/>
                </a:moveTo>
                <a:lnTo>
                  <a:pt x="28038" y="6372396"/>
                </a:lnTo>
                <a:lnTo>
                  <a:pt x="53856" y="6335496"/>
                </a:lnTo>
                <a:lnTo>
                  <a:pt x="79379" y="6298376"/>
                </a:lnTo>
                <a:lnTo>
                  <a:pt x="104605" y="6261037"/>
                </a:lnTo>
                <a:lnTo>
                  <a:pt x="129532" y="6223481"/>
                </a:lnTo>
                <a:lnTo>
                  <a:pt x="154158" y="6185711"/>
                </a:lnTo>
                <a:lnTo>
                  <a:pt x="178483" y="6147727"/>
                </a:lnTo>
                <a:lnTo>
                  <a:pt x="202504" y="6109531"/>
                </a:lnTo>
                <a:lnTo>
                  <a:pt x="226220" y="6071125"/>
                </a:lnTo>
                <a:lnTo>
                  <a:pt x="249628" y="6032511"/>
                </a:lnTo>
                <a:lnTo>
                  <a:pt x="272728" y="5993690"/>
                </a:lnTo>
                <a:lnTo>
                  <a:pt x="295517" y="5954665"/>
                </a:lnTo>
                <a:lnTo>
                  <a:pt x="317994" y="5915436"/>
                </a:lnTo>
                <a:lnTo>
                  <a:pt x="340157" y="5876005"/>
                </a:lnTo>
                <a:lnTo>
                  <a:pt x="362004" y="5836375"/>
                </a:lnTo>
                <a:lnTo>
                  <a:pt x="383534" y="5796547"/>
                </a:lnTo>
                <a:lnTo>
                  <a:pt x="404745" y="5756522"/>
                </a:lnTo>
                <a:lnTo>
                  <a:pt x="425635" y="5716303"/>
                </a:lnTo>
                <a:lnTo>
                  <a:pt x="446203" y="5675891"/>
                </a:lnTo>
                <a:lnTo>
                  <a:pt x="466447" y="5635287"/>
                </a:lnTo>
                <a:lnTo>
                  <a:pt x="486364" y="5594494"/>
                </a:lnTo>
                <a:lnTo>
                  <a:pt x="505954" y="5553513"/>
                </a:lnTo>
                <a:lnTo>
                  <a:pt x="525215" y="5512345"/>
                </a:lnTo>
                <a:lnTo>
                  <a:pt x="544145" y="5470994"/>
                </a:lnTo>
                <a:lnTo>
                  <a:pt x="562742" y="5429459"/>
                </a:lnTo>
                <a:lnTo>
                  <a:pt x="581005" y="5387744"/>
                </a:lnTo>
                <a:lnTo>
                  <a:pt x="598931" y="5345849"/>
                </a:lnTo>
                <a:lnTo>
                  <a:pt x="616520" y="5303776"/>
                </a:lnTo>
                <a:lnTo>
                  <a:pt x="633770" y="5261528"/>
                </a:lnTo>
                <a:lnTo>
                  <a:pt x="650678" y="5219105"/>
                </a:lnTo>
                <a:lnTo>
                  <a:pt x="667243" y="5176510"/>
                </a:lnTo>
                <a:lnTo>
                  <a:pt x="683464" y="5133744"/>
                </a:lnTo>
                <a:lnTo>
                  <a:pt x="699338" y="5090809"/>
                </a:lnTo>
                <a:lnTo>
                  <a:pt x="714864" y="5047706"/>
                </a:lnTo>
                <a:lnTo>
                  <a:pt x="730041" y="5004438"/>
                </a:lnTo>
                <a:lnTo>
                  <a:pt x="744866" y="4961005"/>
                </a:lnTo>
                <a:lnTo>
                  <a:pt x="759338" y="4917411"/>
                </a:lnTo>
                <a:lnTo>
                  <a:pt x="773455" y="4873655"/>
                </a:lnTo>
                <a:lnTo>
                  <a:pt x="787216" y="4829741"/>
                </a:lnTo>
                <a:lnTo>
                  <a:pt x="800619" y="4785670"/>
                </a:lnTo>
                <a:lnTo>
                  <a:pt x="813661" y="4741443"/>
                </a:lnTo>
                <a:lnTo>
                  <a:pt x="826342" y="4697062"/>
                </a:lnTo>
                <a:lnTo>
                  <a:pt x="838659" y="4652529"/>
                </a:lnTo>
                <a:lnTo>
                  <a:pt x="850612" y="4607846"/>
                </a:lnTo>
                <a:lnTo>
                  <a:pt x="862198" y="4563014"/>
                </a:lnTo>
                <a:lnTo>
                  <a:pt x="873415" y="4518035"/>
                </a:lnTo>
                <a:lnTo>
                  <a:pt x="884262" y="4472911"/>
                </a:lnTo>
                <a:lnTo>
                  <a:pt x="894737" y="4427643"/>
                </a:lnTo>
                <a:lnTo>
                  <a:pt x="904839" y="4382234"/>
                </a:lnTo>
                <a:lnTo>
                  <a:pt x="914565" y="4336684"/>
                </a:lnTo>
                <a:lnTo>
                  <a:pt x="923914" y="4290996"/>
                </a:lnTo>
                <a:lnTo>
                  <a:pt x="932885" y="4245171"/>
                </a:lnTo>
                <a:lnTo>
                  <a:pt x="941475" y="4199210"/>
                </a:lnTo>
                <a:lnTo>
                  <a:pt x="949684" y="4153117"/>
                </a:lnTo>
                <a:lnTo>
                  <a:pt x="957508" y="4106892"/>
                </a:lnTo>
                <a:lnTo>
                  <a:pt x="964947" y="4060537"/>
                </a:lnTo>
                <a:lnTo>
                  <a:pt x="971999" y="4014054"/>
                </a:lnTo>
                <a:lnTo>
                  <a:pt x="978662" y="3967444"/>
                </a:lnTo>
                <a:lnTo>
                  <a:pt x="984934" y="3920709"/>
                </a:lnTo>
                <a:lnTo>
                  <a:pt x="990814" y="3873851"/>
                </a:lnTo>
                <a:lnTo>
                  <a:pt x="996300" y="3826872"/>
                </a:lnTo>
                <a:lnTo>
                  <a:pt x="1001390" y="3779773"/>
                </a:lnTo>
                <a:lnTo>
                  <a:pt x="1006082" y="3732556"/>
                </a:lnTo>
                <a:lnTo>
                  <a:pt x="1010376" y="3685223"/>
                </a:lnTo>
                <a:lnTo>
                  <a:pt x="1014269" y="3637775"/>
                </a:lnTo>
                <a:lnTo>
                  <a:pt x="1017759" y="3590214"/>
                </a:lnTo>
                <a:lnTo>
                  <a:pt x="1020845" y="3542542"/>
                </a:lnTo>
                <a:lnTo>
                  <a:pt x="1023525" y="3494761"/>
                </a:lnTo>
                <a:lnTo>
                  <a:pt x="1025798" y="3446871"/>
                </a:lnTo>
                <a:lnTo>
                  <a:pt x="1027661" y="3398876"/>
                </a:lnTo>
                <a:lnTo>
                  <a:pt x="1029113" y="3350776"/>
                </a:lnTo>
                <a:lnTo>
                  <a:pt x="1030152" y="3302573"/>
                </a:lnTo>
                <a:lnTo>
                  <a:pt x="1030777" y="3254270"/>
                </a:lnTo>
                <a:lnTo>
                  <a:pt x="1030986" y="3205867"/>
                </a:lnTo>
                <a:lnTo>
                  <a:pt x="1030777" y="3157464"/>
                </a:lnTo>
                <a:lnTo>
                  <a:pt x="1030152" y="3109161"/>
                </a:lnTo>
                <a:lnTo>
                  <a:pt x="1029113" y="3060958"/>
                </a:lnTo>
                <a:lnTo>
                  <a:pt x="1027661" y="3012859"/>
                </a:lnTo>
                <a:lnTo>
                  <a:pt x="1025798" y="2964863"/>
                </a:lnTo>
                <a:lnTo>
                  <a:pt x="1023525" y="2916974"/>
                </a:lnTo>
                <a:lnTo>
                  <a:pt x="1020845" y="2869192"/>
                </a:lnTo>
                <a:lnTo>
                  <a:pt x="1017759" y="2821520"/>
                </a:lnTo>
                <a:lnTo>
                  <a:pt x="1014269" y="2773959"/>
                </a:lnTo>
                <a:lnTo>
                  <a:pt x="1010376" y="2726512"/>
                </a:lnTo>
                <a:lnTo>
                  <a:pt x="1006082" y="2679178"/>
                </a:lnTo>
                <a:lnTo>
                  <a:pt x="1001390" y="2631961"/>
                </a:lnTo>
                <a:lnTo>
                  <a:pt x="996300" y="2584862"/>
                </a:lnTo>
                <a:lnTo>
                  <a:pt x="990814" y="2537883"/>
                </a:lnTo>
                <a:lnTo>
                  <a:pt x="984934" y="2491025"/>
                </a:lnTo>
                <a:lnTo>
                  <a:pt x="978662" y="2444291"/>
                </a:lnTo>
                <a:lnTo>
                  <a:pt x="971999" y="2397681"/>
                </a:lnTo>
                <a:lnTo>
                  <a:pt x="964947" y="2351198"/>
                </a:lnTo>
                <a:lnTo>
                  <a:pt x="957508" y="2304843"/>
                </a:lnTo>
                <a:lnTo>
                  <a:pt x="949684" y="2258617"/>
                </a:lnTo>
                <a:lnTo>
                  <a:pt x="941475" y="2212524"/>
                </a:lnTo>
                <a:lnTo>
                  <a:pt x="932885" y="2166564"/>
                </a:lnTo>
                <a:lnTo>
                  <a:pt x="923914" y="2120739"/>
                </a:lnTo>
                <a:lnTo>
                  <a:pt x="914565" y="2075051"/>
                </a:lnTo>
                <a:lnTo>
                  <a:pt x="904839" y="2029501"/>
                </a:lnTo>
                <a:lnTo>
                  <a:pt x="894737" y="1984091"/>
                </a:lnTo>
                <a:lnTo>
                  <a:pt x="884262" y="1938823"/>
                </a:lnTo>
                <a:lnTo>
                  <a:pt x="873415" y="1893699"/>
                </a:lnTo>
                <a:lnTo>
                  <a:pt x="862198" y="1848720"/>
                </a:lnTo>
                <a:lnTo>
                  <a:pt x="850612" y="1803888"/>
                </a:lnTo>
                <a:lnTo>
                  <a:pt x="838659" y="1759205"/>
                </a:lnTo>
                <a:lnTo>
                  <a:pt x="826342" y="1714672"/>
                </a:lnTo>
                <a:lnTo>
                  <a:pt x="813661" y="1670292"/>
                </a:lnTo>
                <a:lnTo>
                  <a:pt x="800619" y="1626065"/>
                </a:lnTo>
                <a:lnTo>
                  <a:pt x="787216" y="1581993"/>
                </a:lnTo>
                <a:lnTo>
                  <a:pt x="773455" y="1538079"/>
                </a:lnTo>
                <a:lnTo>
                  <a:pt x="759338" y="1494324"/>
                </a:lnTo>
                <a:lnTo>
                  <a:pt x="744866" y="1450729"/>
                </a:lnTo>
                <a:lnTo>
                  <a:pt x="730041" y="1407297"/>
                </a:lnTo>
                <a:lnTo>
                  <a:pt x="714864" y="1364028"/>
                </a:lnTo>
                <a:lnTo>
                  <a:pt x="699338" y="1320926"/>
                </a:lnTo>
                <a:lnTo>
                  <a:pt x="683464" y="1277990"/>
                </a:lnTo>
                <a:lnTo>
                  <a:pt x="667243" y="1235224"/>
                </a:lnTo>
                <a:lnTo>
                  <a:pt x="650678" y="1192629"/>
                </a:lnTo>
                <a:lnTo>
                  <a:pt x="633770" y="1150206"/>
                </a:lnTo>
                <a:lnTo>
                  <a:pt x="616520" y="1107958"/>
                </a:lnTo>
                <a:lnTo>
                  <a:pt x="598932" y="1065885"/>
                </a:lnTo>
                <a:lnTo>
                  <a:pt x="581005" y="1023991"/>
                </a:lnTo>
                <a:lnTo>
                  <a:pt x="562742" y="982275"/>
                </a:lnTo>
                <a:lnTo>
                  <a:pt x="544145" y="940741"/>
                </a:lnTo>
                <a:lnTo>
                  <a:pt x="525215" y="899389"/>
                </a:lnTo>
                <a:lnTo>
                  <a:pt x="505954" y="858222"/>
                </a:lnTo>
                <a:lnTo>
                  <a:pt x="486364" y="817241"/>
                </a:lnTo>
                <a:lnTo>
                  <a:pt x="466447" y="776447"/>
                </a:lnTo>
                <a:lnTo>
                  <a:pt x="446203" y="735844"/>
                </a:lnTo>
                <a:lnTo>
                  <a:pt x="425635" y="695432"/>
                </a:lnTo>
                <a:lnTo>
                  <a:pt x="404745" y="655212"/>
                </a:lnTo>
                <a:lnTo>
                  <a:pt x="383534" y="615188"/>
                </a:lnTo>
                <a:lnTo>
                  <a:pt x="362004" y="575359"/>
                </a:lnTo>
                <a:lnTo>
                  <a:pt x="340157" y="535729"/>
                </a:lnTo>
                <a:lnTo>
                  <a:pt x="317994" y="496299"/>
                </a:lnTo>
                <a:lnTo>
                  <a:pt x="295517" y="457070"/>
                </a:lnTo>
                <a:lnTo>
                  <a:pt x="272728" y="418044"/>
                </a:lnTo>
                <a:lnTo>
                  <a:pt x="249628" y="379223"/>
                </a:lnTo>
                <a:lnTo>
                  <a:pt x="226220" y="340609"/>
                </a:lnTo>
                <a:lnTo>
                  <a:pt x="202504" y="302204"/>
                </a:lnTo>
                <a:lnTo>
                  <a:pt x="178483" y="264008"/>
                </a:lnTo>
                <a:lnTo>
                  <a:pt x="154158" y="226024"/>
                </a:lnTo>
                <a:lnTo>
                  <a:pt x="129532" y="188253"/>
                </a:lnTo>
                <a:lnTo>
                  <a:pt x="104605" y="150697"/>
                </a:lnTo>
                <a:lnTo>
                  <a:pt x="79379" y="113359"/>
                </a:lnTo>
                <a:lnTo>
                  <a:pt x="53856" y="76239"/>
                </a:lnTo>
                <a:lnTo>
                  <a:pt x="28038" y="39339"/>
                </a:lnTo>
                <a:lnTo>
                  <a:pt x="1927" y="2661"/>
                </a:lnTo>
                <a:lnTo>
                  <a:pt x="0" y="0"/>
                </a:lnTo>
              </a:path>
            </a:pathLst>
          </a:custGeom>
          <a:ln w="516636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193" y="339510"/>
            <a:ext cx="4445067" cy="121954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240026" y="1628343"/>
            <a:ext cx="1415923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45" b="1">
                <a:latin typeface="Cambria"/>
                <a:cs typeface="Cambria"/>
              </a:rPr>
              <a:t>Vel</a:t>
            </a:r>
            <a:r>
              <a:rPr dirty="0" sz="3200" spc="-30" b="1">
                <a:latin typeface="Cambria"/>
                <a:cs typeface="Cambria"/>
              </a:rPr>
              <a:t> </a:t>
            </a:r>
            <a:r>
              <a:rPr dirty="0" sz="3200" spc="-60" b="1">
                <a:latin typeface="Cambria"/>
                <a:cs typeface="Cambria"/>
              </a:rPr>
              <a:t>Tech</a:t>
            </a:r>
            <a:r>
              <a:rPr dirty="0" sz="3200" spc="-70" b="1">
                <a:latin typeface="Cambria"/>
                <a:cs typeface="Cambria"/>
              </a:rPr>
              <a:t> </a:t>
            </a:r>
            <a:r>
              <a:rPr dirty="0" sz="3200" spc="-10" b="1">
                <a:latin typeface="Cambria"/>
                <a:cs typeface="Cambria"/>
              </a:rPr>
              <a:t>Rangarajan</a:t>
            </a:r>
            <a:r>
              <a:rPr dirty="0" sz="3200" spc="-100" b="1">
                <a:latin typeface="Cambria"/>
                <a:cs typeface="Cambria"/>
              </a:rPr>
              <a:t> </a:t>
            </a:r>
            <a:r>
              <a:rPr dirty="0" sz="3200" spc="-90" b="1">
                <a:latin typeface="Cambria"/>
                <a:cs typeface="Cambria"/>
              </a:rPr>
              <a:t>Dr.</a:t>
            </a:r>
            <a:r>
              <a:rPr dirty="0" sz="3200" spc="-65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Sagunthala</a:t>
            </a:r>
            <a:r>
              <a:rPr dirty="0" sz="3200" spc="-135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R&amp;D</a:t>
            </a:r>
            <a:r>
              <a:rPr dirty="0" sz="3200" spc="-10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Institute</a:t>
            </a:r>
            <a:r>
              <a:rPr dirty="0" sz="3200" spc="-85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of</a:t>
            </a:r>
            <a:r>
              <a:rPr dirty="0" sz="3200" spc="-75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Science</a:t>
            </a:r>
            <a:r>
              <a:rPr dirty="0" sz="3200" spc="-9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and</a:t>
            </a:r>
            <a:r>
              <a:rPr dirty="0" sz="3200" spc="-80" b="1">
                <a:latin typeface="Cambria"/>
                <a:cs typeface="Cambria"/>
              </a:rPr>
              <a:t> </a:t>
            </a:r>
            <a:r>
              <a:rPr dirty="0" sz="3200" spc="-10" b="1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5340" y="2117801"/>
            <a:ext cx="431673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dirty="0" sz="3600" spc="-6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360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dirty="0" sz="3600" spc="-3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3600" spc="-1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164585" y="2509580"/>
            <a:ext cx="12288520" cy="4084954"/>
          </a:xfrm>
          <a:prstGeom prst="rect">
            <a:avLst/>
          </a:prstGeom>
        </p:spPr>
        <p:txBody>
          <a:bodyPr wrap="square" lIns="0" tIns="170815" rIns="0" bIns="0" rtlCol="0" vert="horz">
            <a:spAutoFit/>
          </a:bodyPr>
          <a:lstStyle/>
          <a:p>
            <a:pPr algn="ctr" marL="20955">
              <a:lnSpc>
                <a:spcPct val="100000"/>
              </a:lnSpc>
              <a:spcBef>
                <a:spcPts val="1345"/>
              </a:spcBef>
            </a:pPr>
            <a:r>
              <a:rPr dirty="0" sz="3200" b="1">
                <a:latin typeface="Cambria"/>
                <a:cs typeface="Cambria"/>
              </a:rPr>
              <a:t>Department</a:t>
            </a:r>
            <a:r>
              <a:rPr dirty="0" sz="3200" spc="-9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of</a:t>
            </a:r>
            <a:r>
              <a:rPr dirty="0" sz="3200" spc="-45" b="1">
                <a:latin typeface="Cambria"/>
                <a:cs typeface="Cambria"/>
              </a:rPr>
              <a:t> </a:t>
            </a:r>
            <a:r>
              <a:rPr dirty="0" sz="3200" spc="-10" b="1">
                <a:latin typeface="Cambria"/>
                <a:cs typeface="Cambria"/>
              </a:rPr>
              <a:t>Computer</a:t>
            </a:r>
            <a:r>
              <a:rPr dirty="0" sz="3200" spc="-85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Science</a:t>
            </a:r>
            <a:r>
              <a:rPr dirty="0" sz="3200" spc="-8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and</a:t>
            </a:r>
            <a:r>
              <a:rPr dirty="0" sz="3200" spc="-75" b="1">
                <a:latin typeface="Cambria"/>
                <a:cs typeface="Cambria"/>
              </a:rPr>
              <a:t> </a:t>
            </a:r>
            <a:r>
              <a:rPr dirty="0" sz="3200" spc="-10" b="1">
                <a:latin typeface="Cambria"/>
                <a:cs typeface="Cambria"/>
              </a:rPr>
              <a:t>Engineering</a:t>
            </a:r>
            <a:endParaRPr sz="3200">
              <a:latin typeface="Cambria"/>
              <a:cs typeface="Cambria"/>
            </a:endParaRPr>
          </a:p>
          <a:p>
            <a:pPr algn="ctr" marL="29845">
              <a:lnSpc>
                <a:spcPct val="100000"/>
              </a:lnSpc>
              <a:spcBef>
                <a:spcPts val="1095"/>
              </a:spcBef>
              <a:tabLst>
                <a:tab pos="2531110" algn="l"/>
              </a:tabLst>
            </a:pPr>
            <a:r>
              <a:rPr dirty="0" sz="2800" spc="204" b="1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dirty="0" sz="2800" b="1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dirty="0" sz="2800" spc="265" b="1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dirty="0" sz="2800" spc="30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260" b="1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dirty="0" sz="2800" spc="325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300" b="1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dirty="0" sz="2800" spc="315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200" b="1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dirty="0" sz="2800" spc="335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254" b="1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dirty="0" sz="2800" spc="31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140" b="1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>
              <a:latin typeface="Cambria"/>
              <a:cs typeface="Cambria"/>
            </a:endParaRPr>
          </a:p>
          <a:p>
            <a:pPr algn="ctr" marL="25400">
              <a:lnSpc>
                <a:spcPct val="100000"/>
              </a:lnSpc>
              <a:spcBef>
                <a:spcPts val="1560"/>
              </a:spcBef>
            </a:pP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dirty="0" sz="36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dirty="0" sz="36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dirty="0" sz="36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dirty="0" sz="3600" spc="-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dirty="0" sz="360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dirty="0" sz="3600" spc="-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spc="-50" b="1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600">
              <a:latin typeface="Arial"/>
              <a:cs typeface="Arial"/>
            </a:endParaRPr>
          </a:p>
          <a:p>
            <a:pPr algn="ctr" marL="26670">
              <a:lnSpc>
                <a:spcPct val="100000"/>
              </a:lnSpc>
              <a:spcBef>
                <a:spcPts val="5"/>
              </a:spcBef>
            </a:pP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dirty="0" sz="360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spc="-10" b="1">
                <a:solidFill>
                  <a:srgbClr val="C00000"/>
                </a:solidFill>
                <a:latin typeface="Arial"/>
                <a:cs typeface="Arial"/>
              </a:rPr>
              <a:t>24-03-</a:t>
            </a:r>
            <a:r>
              <a:rPr dirty="0" sz="3600" spc="-20" b="1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4"/>
              </a:spcBef>
            </a:pPr>
            <a:r>
              <a:rPr dirty="0" sz="3200" spc="-25" b="1">
                <a:solidFill>
                  <a:srgbClr val="0033CC"/>
                </a:solidFill>
                <a:latin typeface="Times New Roman"/>
                <a:cs typeface="Times New Roman"/>
              </a:rPr>
              <a:t>TRACKWISE:RELATIONAL</a:t>
            </a:r>
            <a:r>
              <a:rPr dirty="0" sz="3200" spc="-150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3200" spc="-20" b="1">
                <a:solidFill>
                  <a:srgbClr val="0033CC"/>
                </a:solidFill>
                <a:latin typeface="Times New Roman"/>
                <a:cs typeface="Times New Roman"/>
              </a:rPr>
              <a:t>EXPENSE</a:t>
            </a:r>
            <a:r>
              <a:rPr dirty="0" sz="3200" spc="-170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3200" spc="-25" b="1">
                <a:solidFill>
                  <a:srgbClr val="0033CC"/>
                </a:solidFill>
                <a:latin typeface="Times New Roman"/>
                <a:cs typeface="Times New Roman"/>
              </a:rPr>
              <a:t>ANALYTICS</a:t>
            </a:r>
            <a:r>
              <a:rPr dirty="0" sz="3200" spc="-5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0033CC"/>
                </a:solidFill>
                <a:latin typeface="Times New Roman"/>
                <a:cs typeface="Times New Roman"/>
              </a:rPr>
              <a:t>PLATFORM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72718" y="7743911"/>
            <a:ext cx="7497445" cy="1397635"/>
          </a:xfrm>
          <a:prstGeom prst="rect">
            <a:avLst/>
          </a:prstGeom>
        </p:spPr>
        <p:txBody>
          <a:bodyPr wrap="square" lIns="0" tIns="241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3000" spc="-10" b="1">
                <a:latin typeface="Cambria"/>
                <a:cs typeface="Cambria"/>
              </a:rPr>
              <a:t>Presented</a:t>
            </a:r>
            <a:r>
              <a:rPr dirty="0" sz="3000" spc="-100" b="1">
                <a:latin typeface="Cambria"/>
                <a:cs typeface="Cambria"/>
              </a:rPr>
              <a:t> </a:t>
            </a:r>
            <a:r>
              <a:rPr dirty="0" sz="3000" spc="-25" b="1">
                <a:latin typeface="Cambria"/>
                <a:cs typeface="Cambria"/>
              </a:rPr>
              <a:t>By:</a:t>
            </a: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3000" spc="-114">
                <a:latin typeface="Cambria"/>
                <a:cs typeface="Cambria"/>
              </a:rPr>
              <a:t>PAVANI</a:t>
            </a:r>
            <a:r>
              <a:rPr dirty="0" sz="3000" spc="-55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SWETHA</a:t>
            </a:r>
            <a:r>
              <a:rPr dirty="0" sz="3000" spc="-25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–</a:t>
            </a:r>
            <a:r>
              <a:rPr dirty="0" sz="3000" spc="-70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VTU26633</a:t>
            </a:r>
            <a:r>
              <a:rPr dirty="0" sz="3000" spc="-15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–</a:t>
            </a:r>
            <a:r>
              <a:rPr dirty="0" sz="3000" spc="-75">
                <a:latin typeface="Cambria"/>
                <a:cs typeface="Cambria"/>
              </a:rPr>
              <a:t> </a:t>
            </a:r>
            <a:r>
              <a:rPr dirty="0" sz="3000" spc="-10">
                <a:latin typeface="Cambria"/>
                <a:cs typeface="Cambria"/>
              </a:rPr>
              <a:t>23UECS0843.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054333" y="7733243"/>
            <a:ext cx="6595745" cy="1397635"/>
          </a:xfrm>
          <a:prstGeom prst="rect">
            <a:avLst/>
          </a:prstGeom>
        </p:spPr>
        <p:txBody>
          <a:bodyPr wrap="square" lIns="0" tIns="241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3000" b="1">
                <a:latin typeface="Cambria"/>
                <a:cs typeface="Cambria"/>
              </a:rPr>
              <a:t>Courses</a:t>
            </a:r>
            <a:r>
              <a:rPr dirty="0" sz="3000" spc="-110" b="1">
                <a:latin typeface="Cambria"/>
                <a:cs typeface="Cambria"/>
              </a:rPr>
              <a:t> </a:t>
            </a:r>
            <a:r>
              <a:rPr dirty="0" sz="3000" b="1">
                <a:latin typeface="Cambria"/>
                <a:cs typeface="Cambria"/>
              </a:rPr>
              <a:t>Handling</a:t>
            </a:r>
            <a:r>
              <a:rPr dirty="0" sz="3000" spc="-140" b="1">
                <a:latin typeface="Cambria"/>
                <a:cs typeface="Cambria"/>
              </a:rPr>
              <a:t> </a:t>
            </a:r>
            <a:r>
              <a:rPr dirty="0" sz="3000" spc="-10" b="1">
                <a:latin typeface="Cambria"/>
                <a:cs typeface="Cambria"/>
              </a:rPr>
              <a:t>Faculty:</a:t>
            </a: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3000" spc="-30">
                <a:latin typeface="Cambria"/>
                <a:cs typeface="Cambria"/>
              </a:rPr>
              <a:t>Dr.Hafizur</a:t>
            </a:r>
            <a:r>
              <a:rPr dirty="0" sz="3000" spc="-45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Rahman</a:t>
            </a:r>
            <a:r>
              <a:rPr dirty="0" sz="3000" spc="-114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–</a:t>
            </a:r>
            <a:r>
              <a:rPr dirty="0" sz="3000" spc="-95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Assistant</a:t>
            </a:r>
            <a:r>
              <a:rPr dirty="0" sz="3000" spc="-85">
                <a:latin typeface="Cambria"/>
                <a:cs typeface="Cambria"/>
              </a:rPr>
              <a:t> </a:t>
            </a:r>
            <a:r>
              <a:rPr dirty="0" sz="3000" spc="-10">
                <a:latin typeface="Cambria"/>
                <a:cs typeface="Cambria"/>
              </a:rPr>
              <a:t>Professor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289175" y="6999478"/>
            <a:ext cx="6037580" cy="3327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b="1">
                <a:latin typeface="Cambria"/>
                <a:cs typeface="Cambria"/>
              </a:rPr>
              <a:t>SDG:</a:t>
            </a:r>
            <a:r>
              <a:rPr dirty="0" sz="2000" spc="-25" b="1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SDG</a:t>
            </a:r>
            <a:r>
              <a:rPr dirty="0" sz="2000" spc="-5" b="1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9-</a:t>
            </a:r>
            <a:r>
              <a:rPr dirty="0" sz="2000" spc="5" b="1">
                <a:latin typeface="Cambria"/>
                <a:cs typeface="Cambria"/>
              </a:rPr>
              <a:t> </a:t>
            </a:r>
            <a:r>
              <a:rPr dirty="0" sz="2000" spc="-25" b="1">
                <a:latin typeface="Cambria"/>
                <a:cs typeface="Cambria"/>
              </a:rPr>
              <a:t>Industry,</a:t>
            </a:r>
            <a:r>
              <a:rPr dirty="0" sz="2000" spc="-65" b="1">
                <a:latin typeface="Cambria"/>
                <a:cs typeface="Cambria"/>
              </a:rPr>
              <a:t> </a:t>
            </a:r>
            <a:r>
              <a:rPr dirty="0" sz="2000" spc="-10" b="1">
                <a:latin typeface="Cambria"/>
                <a:cs typeface="Cambria"/>
              </a:rPr>
              <a:t>Innovation</a:t>
            </a:r>
            <a:r>
              <a:rPr dirty="0" sz="2000" spc="-130" b="1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and</a:t>
            </a:r>
            <a:r>
              <a:rPr dirty="0" sz="2000" spc="-20" b="1">
                <a:latin typeface="Cambria"/>
                <a:cs typeface="Cambria"/>
              </a:rPr>
              <a:t> </a:t>
            </a:r>
            <a:r>
              <a:rPr dirty="0" sz="2000" spc="-10" b="1">
                <a:latin typeface="Cambria"/>
                <a:cs typeface="Cambria"/>
              </a:rPr>
              <a:t>Infrastructure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704087" y="1952244"/>
            <a:ext cx="996950" cy="992505"/>
          </a:xfrm>
          <a:custGeom>
            <a:avLst/>
            <a:gdLst/>
            <a:ahLst/>
            <a:cxnLst/>
            <a:rect l="l" t="t" r="r" b="b"/>
            <a:pathLst>
              <a:path w="996950" h="992505">
                <a:moveTo>
                  <a:pt x="498348" y="0"/>
                </a:moveTo>
                <a:lnTo>
                  <a:pt x="450353" y="2271"/>
                </a:lnTo>
                <a:lnTo>
                  <a:pt x="403649" y="8945"/>
                </a:lnTo>
                <a:lnTo>
                  <a:pt x="358444" y="19816"/>
                </a:lnTo>
                <a:lnTo>
                  <a:pt x="314949" y="34673"/>
                </a:lnTo>
                <a:lnTo>
                  <a:pt x="273370" y="53311"/>
                </a:lnTo>
                <a:lnTo>
                  <a:pt x="233918" y="75520"/>
                </a:lnTo>
                <a:lnTo>
                  <a:pt x="196801" y="101093"/>
                </a:lnTo>
                <a:lnTo>
                  <a:pt x="162228" y="129821"/>
                </a:lnTo>
                <a:lnTo>
                  <a:pt x="130407" y="161497"/>
                </a:lnTo>
                <a:lnTo>
                  <a:pt x="101549" y="195912"/>
                </a:lnTo>
                <a:lnTo>
                  <a:pt x="75860" y="232860"/>
                </a:lnTo>
                <a:lnTo>
                  <a:pt x="53550" y="272131"/>
                </a:lnTo>
                <a:lnTo>
                  <a:pt x="34829" y="313517"/>
                </a:lnTo>
                <a:lnTo>
                  <a:pt x="19904" y="356812"/>
                </a:lnTo>
                <a:lnTo>
                  <a:pt x="8985" y="401806"/>
                </a:lnTo>
                <a:lnTo>
                  <a:pt x="2281" y="448292"/>
                </a:lnTo>
                <a:lnTo>
                  <a:pt x="0" y="496061"/>
                </a:lnTo>
                <a:lnTo>
                  <a:pt x="2281" y="543831"/>
                </a:lnTo>
                <a:lnTo>
                  <a:pt x="8985" y="590317"/>
                </a:lnTo>
                <a:lnTo>
                  <a:pt x="19904" y="635311"/>
                </a:lnTo>
                <a:lnTo>
                  <a:pt x="34829" y="678606"/>
                </a:lnTo>
                <a:lnTo>
                  <a:pt x="53550" y="719992"/>
                </a:lnTo>
                <a:lnTo>
                  <a:pt x="75860" y="759263"/>
                </a:lnTo>
                <a:lnTo>
                  <a:pt x="101549" y="796211"/>
                </a:lnTo>
                <a:lnTo>
                  <a:pt x="130407" y="830626"/>
                </a:lnTo>
                <a:lnTo>
                  <a:pt x="162228" y="862302"/>
                </a:lnTo>
                <a:lnTo>
                  <a:pt x="196801" y="891030"/>
                </a:lnTo>
                <a:lnTo>
                  <a:pt x="233918" y="916603"/>
                </a:lnTo>
                <a:lnTo>
                  <a:pt x="273370" y="938812"/>
                </a:lnTo>
                <a:lnTo>
                  <a:pt x="314949" y="957450"/>
                </a:lnTo>
                <a:lnTo>
                  <a:pt x="358444" y="972307"/>
                </a:lnTo>
                <a:lnTo>
                  <a:pt x="403649" y="983178"/>
                </a:lnTo>
                <a:lnTo>
                  <a:pt x="450353" y="989852"/>
                </a:lnTo>
                <a:lnTo>
                  <a:pt x="498348" y="992124"/>
                </a:lnTo>
                <a:lnTo>
                  <a:pt x="546338" y="989852"/>
                </a:lnTo>
                <a:lnTo>
                  <a:pt x="593039" y="983178"/>
                </a:lnTo>
                <a:lnTo>
                  <a:pt x="638242" y="972307"/>
                </a:lnTo>
                <a:lnTo>
                  <a:pt x="681736" y="957450"/>
                </a:lnTo>
                <a:lnTo>
                  <a:pt x="723314" y="938812"/>
                </a:lnTo>
                <a:lnTo>
                  <a:pt x="762766" y="916603"/>
                </a:lnTo>
                <a:lnTo>
                  <a:pt x="799883" y="891030"/>
                </a:lnTo>
                <a:lnTo>
                  <a:pt x="834457" y="862302"/>
                </a:lnTo>
                <a:lnTo>
                  <a:pt x="866279" y="830626"/>
                </a:lnTo>
                <a:lnTo>
                  <a:pt x="895139" y="796211"/>
                </a:lnTo>
                <a:lnTo>
                  <a:pt x="920829" y="759263"/>
                </a:lnTo>
                <a:lnTo>
                  <a:pt x="943140" y="719992"/>
                </a:lnTo>
                <a:lnTo>
                  <a:pt x="961863" y="678606"/>
                </a:lnTo>
                <a:lnTo>
                  <a:pt x="976789" y="635311"/>
                </a:lnTo>
                <a:lnTo>
                  <a:pt x="987709" y="590317"/>
                </a:lnTo>
                <a:lnTo>
                  <a:pt x="994414" y="543831"/>
                </a:lnTo>
                <a:lnTo>
                  <a:pt x="996695" y="496061"/>
                </a:lnTo>
                <a:lnTo>
                  <a:pt x="994414" y="448292"/>
                </a:lnTo>
                <a:lnTo>
                  <a:pt x="987709" y="401806"/>
                </a:lnTo>
                <a:lnTo>
                  <a:pt x="976789" y="356812"/>
                </a:lnTo>
                <a:lnTo>
                  <a:pt x="961863" y="313517"/>
                </a:lnTo>
                <a:lnTo>
                  <a:pt x="943140" y="272131"/>
                </a:lnTo>
                <a:lnTo>
                  <a:pt x="920829" y="232860"/>
                </a:lnTo>
                <a:lnTo>
                  <a:pt x="895139" y="195912"/>
                </a:lnTo>
                <a:lnTo>
                  <a:pt x="866279" y="161497"/>
                </a:lnTo>
                <a:lnTo>
                  <a:pt x="834457" y="129821"/>
                </a:lnTo>
                <a:lnTo>
                  <a:pt x="799883" y="101093"/>
                </a:lnTo>
                <a:lnTo>
                  <a:pt x="762766" y="75520"/>
                </a:lnTo>
                <a:lnTo>
                  <a:pt x="723314" y="53311"/>
                </a:lnTo>
                <a:lnTo>
                  <a:pt x="681736" y="34673"/>
                </a:lnTo>
                <a:lnTo>
                  <a:pt x="638242" y="19816"/>
                </a:lnTo>
                <a:lnTo>
                  <a:pt x="593039" y="8945"/>
                </a:lnTo>
                <a:lnTo>
                  <a:pt x="546338" y="2271"/>
                </a:lnTo>
                <a:lnTo>
                  <a:pt x="498348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126337" y="2179066"/>
            <a:ext cx="1485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7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46403" y="4448555"/>
            <a:ext cx="512445" cy="544195"/>
          </a:xfrm>
          <a:custGeom>
            <a:avLst/>
            <a:gdLst/>
            <a:ahLst/>
            <a:cxnLst/>
            <a:rect l="l" t="t" r="r" b="b"/>
            <a:pathLst>
              <a:path w="512444" h="544195">
                <a:moveTo>
                  <a:pt x="256032" y="0"/>
                </a:moveTo>
                <a:lnTo>
                  <a:pt x="210010" y="4382"/>
                </a:lnTo>
                <a:lnTo>
                  <a:pt x="166694" y="17019"/>
                </a:lnTo>
                <a:lnTo>
                  <a:pt x="126808" y="37140"/>
                </a:lnTo>
                <a:lnTo>
                  <a:pt x="91074" y="63978"/>
                </a:lnTo>
                <a:lnTo>
                  <a:pt x="60215" y="96765"/>
                </a:lnTo>
                <a:lnTo>
                  <a:pt x="34956" y="134732"/>
                </a:lnTo>
                <a:lnTo>
                  <a:pt x="16018" y="177112"/>
                </a:lnTo>
                <a:lnTo>
                  <a:pt x="4125" y="223135"/>
                </a:lnTo>
                <a:lnTo>
                  <a:pt x="0" y="272034"/>
                </a:lnTo>
                <a:lnTo>
                  <a:pt x="4125" y="320932"/>
                </a:lnTo>
                <a:lnTo>
                  <a:pt x="16018" y="366955"/>
                </a:lnTo>
                <a:lnTo>
                  <a:pt x="34956" y="409335"/>
                </a:lnTo>
                <a:lnTo>
                  <a:pt x="60215" y="447302"/>
                </a:lnTo>
                <a:lnTo>
                  <a:pt x="91074" y="480089"/>
                </a:lnTo>
                <a:lnTo>
                  <a:pt x="126808" y="506927"/>
                </a:lnTo>
                <a:lnTo>
                  <a:pt x="166694" y="527048"/>
                </a:lnTo>
                <a:lnTo>
                  <a:pt x="210010" y="539685"/>
                </a:lnTo>
                <a:lnTo>
                  <a:pt x="256032" y="544068"/>
                </a:lnTo>
                <a:lnTo>
                  <a:pt x="302040" y="539685"/>
                </a:lnTo>
                <a:lnTo>
                  <a:pt x="345349" y="527048"/>
                </a:lnTo>
                <a:lnTo>
                  <a:pt x="385233" y="506927"/>
                </a:lnTo>
                <a:lnTo>
                  <a:pt x="420968" y="480089"/>
                </a:lnTo>
                <a:lnTo>
                  <a:pt x="451831" y="447302"/>
                </a:lnTo>
                <a:lnTo>
                  <a:pt x="477096" y="409335"/>
                </a:lnTo>
                <a:lnTo>
                  <a:pt x="496040" y="366955"/>
                </a:lnTo>
                <a:lnTo>
                  <a:pt x="507937" y="320932"/>
                </a:lnTo>
                <a:lnTo>
                  <a:pt x="512064" y="272034"/>
                </a:lnTo>
                <a:lnTo>
                  <a:pt x="507937" y="223135"/>
                </a:lnTo>
                <a:lnTo>
                  <a:pt x="496040" y="177112"/>
                </a:lnTo>
                <a:lnTo>
                  <a:pt x="477096" y="134732"/>
                </a:lnTo>
                <a:lnTo>
                  <a:pt x="451831" y="96765"/>
                </a:lnTo>
                <a:lnTo>
                  <a:pt x="420968" y="63978"/>
                </a:lnTo>
                <a:lnTo>
                  <a:pt x="385233" y="37140"/>
                </a:lnTo>
                <a:lnTo>
                  <a:pt x="345349" y="17019"/>
                </a:lnTo>
                <a:lnTo>
                  <a:pt x="302040" y="4382"/>
                </a:lnTo>
                <a:lnTo>
                  <a:pt x="256032" y="0"/>
                </a:lnTo>
                <a:close/>
              </a:path>
            </a:pathLst>
          </a:custGeom>
          <a:ln w="9143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116583" y="4561077"/>
            <a:ext cx="1701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46403" y="3108960"/>
            <a:ext cx="512445" cy="544195"/>
          </a:xfrm>
          <a:custGeom>
            <a:avLst/>
            <a:gdLst/>
            <a:ahLst/>
            <a:cxnLst/>
            <a:rect l="l" t="t" r="r" b="b"/>
            <a:pathLst>
              <a:path w="512444" h="544195">
                <a:moveTo>
                  <a:pt x="256032" y="0"/>
                </a:moveTo>
                <a:lnTo>
                  <a:pt x="210010" y="4382"/>
                </a:lnTo>
                <a:lnTo>
                  <a:pt x="166694" y="17019"/>
                </a:lnTo>
                <a:lnTo>
                  <a:pt x="126808" y="37140"/>
                </a:lnTo>
                <a:lnTo>
                  <a:pt x="91074" y="63978"/>
                </a:lnTo>
                <a:lnTo>
                  <a:pt x="60215" y="96765"/>
                </a:lnTo>
                <a:lnTo>
                  <a:pt x="34956" y="134732"/>
                </a:lnTo>
                <a:lnTo>
                  <a:pt x="16018" y="177112"/>
                </a:lnTo>
                <a:lnTo>
                  <a:pt x="4125" y="223135"/>
                </a:lnTo>
                <a:lnTo>
                  <a:pt x="0" y="272034"/>
                </a:lnTo>
                <a:lnTo>
                  <a:pt x="4125" y="320932"/>
                </a:lnTo>
                <a:lnTo>
                  <a:pt x="16018" y="366955"/>
                </a:lnTo>
                <a:lnTo>
                  <a:pt x="34956" y="409335"/>
                </a:lnTo>
                <a:lnTo>
                  <a:pt x="60215" y="447302"/>
                </a:lnTo>
                <a:lnTo>
                  <a:pt x="91074" y="480089"/>
                </a:lnTo>
                <a:lnTo>
                  <a:pt x="126808" y="506927"/>
                </a:lnTo>
                <a:lnTo>
                  <a:pt x="166694" y="527048"/>
                </a:lnTo>
                <a:lnTo>
                  <a:pt x="210010" y="539685"/>
                </a:lnTo>
                <a:lnTo>
                  <a:pt x="256032" y="544068"/>
                </a:lnTo>
                <a:lnTo>
                  <a:pt x="302040" y="539685"/>
                </a:lnTo>
                <a:lnTo>
                  <a:pt x="345349" y="527048"/>
                </a:lnTo>
                <a:lnTo>
                  <a:pt x="385233" y="506927"/>
                </a:lnTo>
                <a:lnTo>
                  <a:pt x="420968" y="480089"/>
                </a:lnTo>
                <a:lnTo>
                  <a:pt x="451831" y="447302"/>
                </a:lnTo>
                <a:lnTo>
                  <a:pt x="477096" y="409335"/>
                </a:lnTo>
                <a:lnTo>
                  <a:pt x="496040" y="366955"/>
                </a:lnTo>
                <a:lnTo>
                  <a:pt x="507937" y="320932"/>
                </a:lnTo>
                <a:lnTo>
                  <a:pt x="512064" y="272034"/>
                </a:lnTo>
                <a:lnTo>
                  <a:pt x="507937" y="223135"/>
                </a:lnTo>
                <a:lnTo>
                  <a:pt x="496040" y="177112"/>
                </a:lnTo>
                <a:lnTo>
                  <a:pt x="477096" y="134732"/>
                </a:lnTo>
                <a:lnTo>
                  <a:pt x="451831" y="96765"/>
                </a:lnTo>
                <a:lnTo>
                  <a:pt x="420968" y="63978"/>
                </a:lnTo>
                <a:lnTo>
                  <a:pt x="385233" y="37140"/>
                </a:lnTo>
                <a:lnTo>
                  <a:pt x="345349" y="17019"/>
                </a:lnTo>
                <a:lnTo>
                  <a:pt x="302040" y="4382"/>
                </a:lnTo>
                <a:lnTo>
                  <a:pt x="256032" y="0"/>
                </a:lnTo>
                <a:close/>
              </a:path>
            </a:pathLst>
          </a:custGeom>
          <a:ln w="9143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25727" y="3220593"/>
            <a:ext cx="15430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46403" y="5116067"/>
            <a:ext cx="512445" cy="544195"/>
          </a:xfrm>
          <a:custGeom>
            <a:avLst/>
            <a:gdLst/>
            <a:ahLst/>
            <a:cxnLst/>
            <a:rect l="l" t="t" r="r" b="b"/>
            <a:pathLst>
              <a:path w="512444" h="544195">
                <a:moveTo>
                  <a:pt x="256032" y="0"/>
                </a:moveTo>
                <a:lnTo>
                  <a:pt x="210010" y="4382"/>
                </a:lnTo>
                <a:lnTo>
                  <a:pt x="166694" y="17019"/>
                </a:lnTo>
                <a:lnTo>
                  <a:pt x="126808" y="37140"/>
                </a:lnTo>
                <a:lnTo>
                  <a:pt x="91074" y="63978"/>
                </a:lnTo>
                <a:lnTo>
                  <a:pt x="60215" y="96765"/>
                </a:lnTo>
                <a:lnTo>
                  <a:pt x="34956" y="134732"/>
                </a:lnTo>
                <a:lnTo>
                  <a:pt x="16018" y="177112"/>
                </a:lnTo>
                <a:lnTo>
                  <a:pt x="4125" y="223135"/>
                </a:lnTo>
                <a:lnTo>
                  <a:pt x="0" y="272034"/>
                </a:lnTo>
                <a:lnTo>
                  <a:pt x="4125" y="320932"/>
                </a:lnTo>
                <a:lnTo>
                  <a:pt x="16018" y="366955"/>
                </a:lnTo>
                <a:lnTo>
                  <a:pt x="34956" y="409335"/>
                </a:lnTo>
                <a:lnTo>
                  <a:pt x="60215" y="447302"/>
                </a:lnTo>
                <a:lnTo>
                  <a:pt x="91074" y="480089"/>
                </a:lnTo>
                <a:lnTo>
                  <a:pt x="126808" y="506927"/>
                </a:lnTo>
                <a:lnTo>
                  <a:pt x="166694" y="527048"/>
                </a:lnTo>
                <a:lnTo>
                  <a:pt x="210010" y="539685"/>
                </a:lnTo>
                <a:lnTo>
                  <a:pt x="256032" y="544068"/>
                </a:lnTo>
                <a:lnTo>
                  <a:pt x="302040" y="539685"/>
                </a:lnTo>
                <a:lnTo>
                  <a:pt x="345349" y="527048"/>
                </a:lnTo>
                <a:lnTo>
                  <a:pt x="385233" y="506927"/>
                </a:lnTo>
                <a:lnTo>
                  <a:pt x="420968" y="480089"/>
                </a:lnTo>
                <a:lnTo>
                  <a:pt x="451831" y="447302"/>
                </a:lnTo>
                <a:lnTo>
                  <a:pt x="477096" y="409335"/>
                </a:lnTo>
                <a:lnTo>
                  <a:pt x="496040" y="366955"/>
                </a:lnTo>
                <a:lnTo>
                  <a:pt x="507937" y="320932"/>
                </a:lnTo>
                <a:lnTo>
                  <a:pt x="512064" y="272034"/>
                </a:lnTo>
                <a:lnTo>
                  <a:pt x="507937" y="223135"/>
                </a:lnTo>
                <a:lnTo>
                  <a:pt x="496040" y="177112"/>
                </a:lnTo>
                <a:lnTo>
                  <a:pt x="477096" y="134732"/>
                </a:lnTo>
                <a:lnTo>
                  <a:pt x="451831" y="96765"/>
                </a:lnTo>
                <a:lnTo>
                  <a:pt x="420968" y="63978"/>
                </a:lnTo>
                <a:lnTo>
                  <a:pt x="385233" y="37140"/>
                </a:lnTo>
                <a:lnTo>
                  <a:pt x="345349" y="17019"/>
                </a:lnTo>
                <a:lnTo>
                  <a:pt x="302040" y="4382"/>
                </a:lnTo>
                <a:lnTo>
                  <a:pt x="256032" y="0"/>
                </a:lnTo>
                <a:close/>
              </a:path>
            </a:pathLst>
          </a:custGeom>
          <a:ln w="9143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21155" y="5229859"/>
            <a:ext cx="1574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46403" y="3776471"/>
            <a:ext cx="512445" cy="544195"/>
          </a:xfrm>
          <a:custGeom>
            <a:avLst/>
            <a:gdLst/>
            <a:ahLst/>
            <a:cxnLst/>
            <a:rect l="l" t="t" r="r" b="b"/>
            <a:pathLst>
              <a:path w="512444" h="544195">
                <a:moveTo>
                  <a:pt x="256032" y="0"/>
                </a:moveTo>
                <a:lnTo>
                  <a:pt x="210010" y="4382"/>
                </a:lnTo>
                <a:lnTo>
                  <a:pt x="166694" y="17019"/>
                </a:lnTo>
                <a:lnTo>
                  <a:pt x="126808" y="37140"/>
                </a:lnTo>
                <a:lnTo>
                  <a:pt x="91074" y="63978"/>
                </a:lnTo>
                <a:lnTo>
                  <a:pt x="60215" y="96765"/>
                </a:lnTo>
                <a:lnTo>
                  <a:pt x="34956" y="134732"/>
                </a:lnTo>
                <a:lnTo>
                  <a:pt x="16018" y="177112"/>
                </a:lnTo>
                <a:lnTo>
                  <a:pt x="4125" y="223135"/>
                </a:lnTo>
                <a:lnTo>
                  <a:pt x="0" y="272033"/>
                </a:lnTo>
                <a:lnTo>
                  <a:pt x="4125" y="320932"/>
                </a:lnTo>
                <a:lnTo>
                  <a:pt x="16018" y="366955"/>
                </a:lnTo>
                <a:lnTo>
                  <a:pt x="34956" y="409335"/>
                </a:lnTo>
                <a:lnTo>
                  <a:pt x="60215" y="447302"/>
                </a:lnTo>
                <a:lnTo>
                  <a:pt x="91074" y="480089"/>
                </a:lnTo>
                <a:lnTo>
                  <a:pt x="126808" y="506927"/>
                </a:lnTo>
                <a:lnTo>
                  <a:pt x="166694" y="527048"/>
                </a:lnTo>
                <a:lnTo>
                  <a:pt x="210010" y="539685"/>
                </a:lnTo>
                <a:lnTo>
                  <a:pt x="256032" y="544067"/>
                </a:lnTo>
                <a:lnTo>
                  <a:pt x="302040" y="539685"/>
                </a:lnTo>
                <a:lnTo>
                  <a:pt x="345349" y="527048"/>
                </a:lnTo>
                <a:lnTo>
                  <a:pt x="385233" y="506927"/>
                </a:lnTo>
                <a:lnTo>
                  <a:pt x="420968" y="480089"/>
                </a:lnTo>
                <a:lnTo>
                  <a:pt x="451831" y="447302"/>
                </a:lnTo>
                <a:lnTo>
                  <a:pt x="477096" y="409335"/>
                </a:lnTo>
                <a:lnTo>
                  <a:pt x="496040" y="366955"/>
                </a:lnTo>
                <a:lnTo>
                  <a:pt x="507937" y="320932"/>
                </a:lnTo>
                <a:lnTo>
                  <a:pt x="512064" y="272033"/>
                </a:lnTo>
                <a:lnTo>
                  <a:pt x="507937" y="223135"/>
                </a:lnTo>
                <a:lnTo>
                  <a:pt x="496040" y="177112"/>
                </a:lnTo>
                <a:lnTo>
                  <a:pt x="477096" y="134732"/>
                </a:lnTo>
                <a:lnTo>
                  <a:pt x="451831" y="96765"/>
                </a:lnTo>
                <a:lnTo>
                  <a:pt x="420968" y="63978"/>
                </a:lnTo>
                <a:lnTo>
                  <a:pt x="385233" y="37140"/>
                </a:lnTo>
                <a:lnTo>
                  <a:pt x="345349" y="17019"/>
                </a:lnTo>
                <a:lnTo>
                  <a:pt x="302040" y="4382"/>
                </a:lnTo>
                <a:lnTo>
                  <a:pt x="256032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21155" y="3890009"/>
            <a:ext cx="1574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46403" y="6455664"/>
            <a:ext cx="512445" cy="544195"/>
          </a:xfrm>
          <a:custGeom>
            <a:avLst/>
            <a:gdLst/>
            <a:ahLst/>
            <a:cxnLst/>
            <a:rect l="l" t="t" r="r" b="b"/>
            <a:pathLst>
              <a:path w="512444" h="544195">
                <a:moveTo>
                  <a:pt x="256032" y="0"/>
                </a:moveTo>
                <a:lnTo>
                  <a:pt x="210010" y="4382"/>
                </a:lnTo>
                <a:lnTo>
                  <a:pt x="166694" y="17019"/>
                </a:lnTo>
                <a:lnTo>
                  <a:pt x="126808" y="37140"/>
                </a:lnTo>
                <a:lnTo>
                  <a:pt x="91074" y="63978"/>
                </a:lnTo>
                <a:lnTo>
                  <a:pt x="60215" y="96765"/>
                </a:lnTo>
                <a:lnTo>
                  <a:pt x="34956" y="134732"/>
                </a:lnTo>
                <a:lnTo>
                  <a:pt x="16018" y="177112"/>
                </a:lnTo>
                <a:lnTo>
                  <a:pt x="4125" y="223135"/>
                </a:lnTo>
                <a:lnTo>
                  <a:pt x="0" y="272034"/>
                </a:lnTo>
                <a:lnTo>
                  <a:pt x="4125" y="320932"/>
                </a:lnTo>
                <a:lnTo>
                  <a:pt x="16018" y="366955"/>
                </a:lnTo>
                <a:lnTo>
                  <a:pt x="34956" y="409335"/>
                </a:lnTo>
                <a:lnTo>
                  <a:pt x="60215" y="447302"/>
                </a:lnTo>
                <a:lnTo>
                  <a:pt x="91074" y="480089"/>
                </a:lnTo>
                <a:lnTo>
                  <a:pt x="126808" y="506927"/>
                </a:lnTo>
                <a:lnTo>
                  <a:pt x="166694" y="527048"/>
                </a:lnTo>
                <a:lnTo>
                  <a:pt x="210010" y="539685"/>
                </a:lnTo>
                <a:lnTo>
                  <a:pt x="256032" y="544068"/>
                </a:lnTo>
                <a:lnTo>
                  <a:pt x="302040" y="539685"/>
                </a:lnTo>
                <a:lnTo>
                  <a:pt x="345349" y="527048"/>
                </a:lnTo>
                <a:lnTo>
                  <a:pt x="385233" y="506927"/>
                </a:lnTo>
                <a:lnTo>
                  <a:pt x="420968" y="480089"/>
                </a:lnTo>
                <a:lnTo>
                  <a:pt x="451831" y="447302"/>
                </a:lnTo>
                <a:lnTo>
                  <a:pt x="477096" y="409335"/>
                </a:lnTo>
                <a:lnTo>
                  <a:pt x="496040" y="366955"/>
                </a:lnTo>
                <a:lnTo>
                  <a:pt x="507937" y="320932"/>
                </a:lnTo>
                <a:lnTo>
                  <a:pt x="512064" y="272034"/>
                </a:lnTo>
                <a:lnTo>
                  <a:pt x="507937" y="223135"/>
                </a:lnTo>
                <a:lnTo>
                  <a:pt x="496040" y="177112"/>
                </a:lnTo>
                <a:lnTo>
                  <a:pt x="477096" y="134732"/>
                </a:lnTo>
                <a:lnTo>
                  <a:pt x="451831" y="96765"/>
                </a:lnTo>
                <a:lnTo>
                  <a:pt x="420968" y="63978"/>
                </a:lnTo>
                <a:lnTo>
                  <a:pt x="385233" y="37140"/>
                </a:lnTo>
                <a:lnTo>
                  <a:pt x="345349" y="17019"/>
                </a:lnTo>
                <a:lnTo>
                  <a:pt x="302040" y="4382"/>
                </a:lnTo>
                <a:lnTo>
                  <a:pt x="256032" y="0"/>
                </a:lnTo>
                <a:close/>
              </a:path>
            </a:pathLst>
          </a:custGeom>
          <a:ln w="9143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25727" y="6570040"/>
            <a:ext cx="15367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46403" y="5783579"/>
            <a:ext cx="512445" cy="544195"/>
          </a:xfrm>
          <a:custGeom>
            <a:avLst/>
            <a:gdLst/>
            <a:ahLst/>
            <a:cxnLst/>
            <a:rect l="l" t="t" r="r" b="b"/>
            <a:pathLst>
              <a:path w="512444" h="544195">
                <a:moveTo>
                  <a:pt x="256032" y="0"/>
                </a:moveTo>
                <a:lnTo>
                  <a:pt x="210010" y="4382"/>
                </a:lnTo>
                <a:lnTo>
                  <a:pt x="166694" y="17019"/>
                </a:lnTo>
                <a:lnTo>
                  <a:pt x="126808" y="37140"/>
                </a:lnTo>
                <a:lnTo>
                  <a:pt x="91074" y="63978"/>
                </a:lnTo>
                <a:lnTo>
                  <a:pt x="60215" y="96765"/>
                </a:lnTo>
                <a:lnTo>
                  <a:pt x="34956" y="134732"/>
                </a:lnTo>
                <a:lnTo>
                  <a:pt x="16018" y="177112"/>
                </a:lnTo>
                <a:lnTo>
                  <a:pt x="4125" y="223135"/>
                </a:lnTo>
                <a:lnTo>
                  <a:pt x="0" y="272034"/>
                </a:lnTo>
                <a:lnTo>
                  <a:pt x="4125" y="320932"/>
                </a:lnTo>
                <a:lnTo>
                  <a:pt x="16018" y="366955"/>
                </a:lnTo>
                <a:lnTo>
                  <a:pt x="34956" y="409335"/>
                </a:lnTo>
                <a:lnTo>
                  <a:pt x="60215" y="447302"/>
                </a:lnTo>
                <a:lnTo>
                  <a:pt x="91074" y="480089"/>
                </a:lnTo>
                <a:lnTo>
                  <a:pt x="126808" y="506927"/>
                </a:lnTo>
                <a:lnTo>
                  <a:pt x="166694" y="527048"/>
                </a:lnTo>
                <a:lnTo>
                  <a:pt x="210010" y="539685"/>
                </a:lnTo>
                <a:lnTo>
                  <a:pt x="256032" y="544068"/>
                </a:lnTo>
                <a:lnTo>
                  <a:pt x="302040" y="539685"/>
                </a:lnTo>
                <a:lnTo>
                  <a:pt x="345349" y="527048"/>
                </a:lnTo>
                <a:lnTo>
                  <a:pt x="385233" y="506927"/>
                </a:lnTo>
                <a:lnTo>
                  <a:pt x="420968" y="480089"/>
                </a:lnTo>
                <a:lnTo>
                  <a:pt x="451831" y="447302"/>
                </a:lnTo>
                <a:lnTo>
                  <a:pt x="477096" y="409335"/>
                </a:lnTo>
                <a:lnTo>
                  <a:pt x="496040" y="366955"/>
                </a:lnTo>
                <a:lnTo>
                  <a:pt x="507937" y="320932"/>
                </a:lnTo>
                <a:lnTo>
                  <a:pt x="512064" y="272034"/>
                </a:lnTo>
                <a:lnTo>
                  <a:pt x="507937" y="223135"/>
                </a:lnTo>
                <a:lnTo>
                  <a:pt x="496040" y="177112"/>
                </a:lnTo>
                <a:lnTo>
                  <a:pt x="477096" y="134732"/>
                </a:lnTo>
                <a:lnTo>
                  <a:pt x="451831" y="96765"/>
                </a:lnTo>
                <a:lnTo>
                  <a:pt x="420968" y="63978"/>
                </a:lnTo>
                <a:lnTo>
                  <a:pt x="385233" y="37140"/>
                </a:lnTo>
                <a:lnTo>
                  <a:pt x="345349" y="17019"/>
                </a:lnTo>
                <a:lnTo>
                  <a:pt x="302040" y="4382"/>
                </a:lnTo>
                <a:lnTo>
                  <a:pt x="256032" y="0"/>
                </a:lnTo>
                <a:close/>
              </a:path>
            </a:pathLst>
          </a:custGeom>
          <a:ln w="9143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121155" y="5898845"/>
            <a:ext cx="1651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46403" y="7123176"/>
            <a:ext cx="512445" cy="544195"/>
          </a:xfrm>
          <a:custGeom>
            <a:avLst/>
            <a:gdLst/>
            <a:ahLst/>
            <a:cxnLst/>
            <a:rect l="l" t="t" r="r" b="b"/>
            <a:pathLst>
              <a:path w="512444" h="544195">
                <a:moveTo>
                  <a:pt x="256032" y="0"/>
                </a:moveTo>
                <a:lnTo>
                  <a:pt x="210010" y="4382"/>
                </a:lnTo>
                <a:lnTo>
                  <a:pt x="166694" y="17019"/>
                </a:lnTo>
                <a:lnTo>
                  <a:pt x="126808" y="37140"/>
                </a:lnTo>
                <a:lnTo>
                  <a:pt x="91074" y="63978"/>
                </a:lnTo>
                <a:lnTo>
                  <a:pt x="60215" y="96765"/>
                </a:lnTo>
                <a:lnTo>
                  <a:pt x="34956" y="134732"/>
                </a:lnTo>
                <a:lnTo>
                  <a:pt x="16018" y="177112"/>
                </a:lnTo>
                <a:lnTo>
                  <a:pt x="4125" y="223135"/>
                </a:lnTo>
                <a:lnTo>
                  <a:pt x="0" y="272034"/>
                </a:lnTo>
                <a:lnTo>
                  <a:pt x="4125" y="320932"/>
                </a:lnTo>
                <a:lnTo>
                  <a:pt x="16018" y="366955"/>
                </a:lnTo>
                <a:lnTo>
                  <a:pt x="34956" y="409335"/>
                </a:lnTo>
                <a:lnTo>
                  <a:pt x="60215" y="447302"/>
                </a:lnTo>
                <a:lnTo>
                  <a:pt x="91074" y="480089"/>
                </a:lnTo>
                <a:lnTo>
                  <a:pt x="126808" y="506927"/>
                </a:lnTo>
                <a:lnTo>
                  <a:pt x="166694" y="527048"/>
                </a:lnTo>
                <a:lnTo>
                  <a:pt x="210010" y="539685"/>
                </a:lnTo>
                <a:lnTo>
                  <a:pt x="256032" y="544068"/>
                </a:lnTo>
                <a:lnTo>
                  <a:pt x="302040" y="539685"/>
                </a:lnTo>
                <a:lnTo>
                  <a:pt x="345349" y="527048"/>
                </a:lnTo>
                <a:lnTo>
                  <a:pt x="385233" y="506927"/>
                </a:lnTo>
                <a:lnTo>
                  <a:pt x="420968" y="480089"/>
                </a:lnTo>
                <a:lnTo>
                  <a:pt x="451831" y="447302"/>
                </a:lnTo>
                <a:lnTo>
                  <a:pt x="477096" y="409335"/>
                </a:lnTo>
                <a:lnTo>
                  <a:pt x="496040" y="366955"/>
                </a:lnTo>
                <a:lnTo>
                  <a:pt x="507937" y="320932"/>
                </a:lnTo>
                <a:lnTo>
                  <a:pt x="512064" y="272034"/>
                </a:lnTo>
                <a:lnTo>
                  <a:pt x="507937" y="223135"/>
                </a:lnTo>
                <a:lnTo>
                  <a:pt x="496040" y="177112"/>
                </a:lnTo>
                <a:lnTo>
                  <a:pt x="477096" y="134732"/>
                </a:lnTo>
                <a:lnTo>
                  <a:pt x="451831" y="96765"/>
                </a:lnTo>
                <a:lnTo>
                  <a:pt x="420968" y="63978"/>
                </a:lnTo>
                <a:lnTo>
                  <a:pt x="385233" y="37140"/>
                </a:lnTo>
                <a:lnTo>
                  <a:pt x="345349" y="17019"/>
                </a:lnTo>
                <a:lnTo>
                  <a:pt x="302040" y="4382"/>
                </a:lnTo>
                <a:lnTo>
                  <a:pt x="256032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21155" y="7238492"/>
            <a:ext cx="16129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946403" y="7790688"/>
            <a:ext cx="512445" cy="544195"/>
          </a:xfrm>
          <a:custGeom>
            <a:avLst/>
            <a:gdLst/>
            <a:ahLst/>
            <a:cxnLst/>
            <a:rect l="l" t="t" r="r" b="b"/>
            <a:pathLst>
              <a:path w="512444" h="544195">
                <a:moveTo>
                  <a:pt x="256032" y="0"/>
                </a:moveTo>
                <a:lnTo>
                  <a:pt x="210010" y="4382"/>
                </a:lnTo>
                <a:lnTo>
                  <a:pt x="166694" y="17019"/>
                </a:lnTo>
                <a:lnTo>
                  <a:pt x="126808" y="37140"/>
                </a:lnTo>
                <a:lnTo>
                  <a:pt x="91074" y="63978"/>
                </a:lnTo>
                <a:lnTo>
                  <a:pt x="60215" y="96765"/>
                </a:lnTo>
                <a:lnTo>
                  <a:pt x="34956" y="134732"/>
                </a:lnTo>
                <a:lnTo>
                  <a:pt x="16018" y="177112"/>
                </a:lnTo>
                <a:lnTo>
                  <a:pt x="4125" y="223135"/>
                </a:lnTo>
                <a:lnTo>
                  <a:pt x="0" y="272033"/>
                </a:lnTo>
                <a:lnTo>
                  <a:pt x="4125" y="320932"/>
                </a:lnTo>
                <a:lnTo>
                  <a:pt x="16018" y="366955"/>
                </a:lnTo>
                <a:lnTo>
                  <a:pt x="34956" y="409335"/>
                </a:lnTo>
                <a:lnTo>
                  <a:pt x="60215" y="447302"/>
                </a:lnTo>
                <a:lnTo>
                  <a:pt x="91074" y="480089"/>
                </a:lnTo>
                <a:lnTo>
                  <a:pt x="126808" y="506927"/>
                </a:lnTo>
                <a:lnTo>
                  <a:pt x="166694" y="527048"/>
                </a:lnTo>
                <a:lnTo>
                  <a:pt x="210010" y="539685"/>
                </a:lnTo>
                <a:lnTo>
                  <a:pt x="256032" y="544067"/>
                </a:lnTo>
                <a:lnTo>
                  <a:pt x="302040" y="539685"/>
                </a:lnTo>
                <a:lnTo>
                  <a:pt x="345349" y="527048"/>
                </a:lnTo>
                <a:lnTo>
                  <a:pt x="385233" y="506927"/>
                </a:lnTo>
                <a:lnTo>
                  <a:pt x="420968" y="480089"/>
                </a:lnTo>
                <a:lnTo>
                  <a:pt x="451831" y="447302"/>
                </a:lnTo>
                <a:lnTo>
                  <a:pt x="477096" y="409335"/>
                </a:lnTo>
                <a:lnTo>
                  <a:pt x="496040" y="366955"/>
                </a:lnTo>
                <a:lnTo>
                  <a:pt x="507937" y="320932"/>
                </a:lnTo>
                <a:lnTo>
                  <a:pt x="512064" y="272033"/>
                </a:lnTo>
                <a:lnTo>
                  <a:pt x="507937" y="223135"/>
                </a:lnTo>
                <a:lnTo>
                  <a:pt x="496040" y="177112"/>
                </a:lnTo>
                <a:lnTo>
                  <a:pt x="477096" y="134732"/>
                </a:lnTo>
                <a:lnTo>
                  <a:pt x="451831" y="96765"/>
                </a:lnTo>
                <a:lnTo>
                  <a:pt x="420968" y="63978"/>
                </a:lnTo>
                <a:lnTo>
                  <a:pt x="385233" y="37140"/>
                </a:lnTo>
                <a:lnTo>
                  <a:pt x="345349" y="17019"/>
                </a:lnTo>
                <a:lnTo>
                  <a:pt x="302040" y="4382"/>
                </a:lnTo>
                <a:lnTo>
                  <a:pt x="256032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121155" y="7906257"/>
            <a:ext cx="16446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155" rIns="0" bIns="0" rtlCol="0" vert="horz">
            <a:spAutoFit/>
          </a:bodyPr>
          <a:lstStyle/>
          <a:p>
            <a:pPr marL="3232150">
              <a:lnSpc>
                <a:spcPct val="100000"/>
              </a:lnSpc>
              <a:spcBef>
                <a:spcPts val="135"/>
              </a:spcBef>
            </a:pPr>
            <a:r>
              <a:rPr dirty="0" sz="4750" spc="-10"/>
              <a:t>INTRODUCTION</a:t>
            </a:r>
            <a:endParaRPr sz="4750"/>
          </a:p>
        </p:txBody>
      </p:sp>
      <p:sp>
        <p:nvSpPr>
          <p:cNvPr id="22" name="object 22" descr=""/>
          <p:cNvSpPr txBox="1"/>
          <p:nvPr/>
        </p:nvSpPr>
        <p:spPr>
          <a:xfrm>
            <a:off x="2517775" y="2259024"/>
            <a:ext cx="13148310" cy="5577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2800">
                <a:latin typeface="Calibri"/>
                <a:cs typeface="Calibri"/>
              </a:rPr>
              <a:t>Managing</a:t>
            </a:r>
            <a:r>
              <a:rPr dirty="0" sz="2800" spc="13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personal</a:t>
            </a:r>
            <a:r>
              <a:rPr dirty="0" sz="2800" spc="12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12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group</a:t>
            </a:r>
            <a:r>
              <a:rPr dirty="0" sz="2800" spc="14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expenses</a:t>
            </a:r>
            <a:r>
              <a:rPr dirty="0" sz="2800" spc="14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13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become</a:t>
            </a:r>
            <a:r>
              <a:rPr dirty="0" sz="2800" spc="13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complex</a:t>
            </a:r>
            <a:r>
              <a:rPr dirty="0" sz="2800" spc="13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12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today’s</a:t>
            </a:r>
            <a:r>
              <a:rPr dirty="0" sz="2800" spc="150">
                <a:latin typeface="Calibri"/>
                <a:cs typeface="Calibri"/>
              </a:rPr>
              <a:t>  </a:t>
            </a:r>
            <a:r>
              <a:rPr dirty="0" sz="2800" spc="-35">
                <a:latin typeface="Calibri"/>
                <a:cs typeface="Calibri"/>
              </a:rPr>
              <a:t>fast-</a:t>
            </a:r>
            <a:r>
              <a:rPr dirty="0" sz="2800" spc="-10">
                <a:latin typeface="Calibri"/>
                <a:cs typeface="Calibri"/>
              </a:rPr>
              <a:t>paced </a:t>
            </a:r>
            <a:r>
              <a:rPr dirty="0" sz="2800">
                <a:latin typeface="Calibri"/>
                <a:cs typeface="Calibri"/>
              </a:rPr>
              <a:t>lifestyle.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Many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individuals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still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rely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manual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tracking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methods,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which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often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lead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errors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6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poor</a:t>
            </a:r>
            <a:r>
              <a:rPr dirty="0" sz="2800" spc="6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financial</a:t>
            </a:r>
            <a:r>
              <a:rPr dirty="0" sz="2800" spc="6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awareness.</a:t>
            </a:r>
            <a:r>
              <a:rPr dirty="0" sz="2800" spc="6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TrackWise</a:t>
            </a:r>
            <a:r>
              <a:rPr dirty="0" sz="2800" spc="6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6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designed</a:t>
            </a:r>
            <a:r>
              <a:rPr dirty="0" sz="2800" spc="6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6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simplify</a:t>
            </a:r>
            <a:r>
              <a:rPr dirty="0" sz="2800" spc="6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expense</a:t>
            </a:r>
            <a:r>
              <a:rPr dirty="0" sz="2800" spc="6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tracking</a:t>
            </a:r>
            <a:r>
              <a:rPr dirty="0" sz="2800" spc="65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by </a:t>
            </a:r>
            <a:r>
              <a:rPr dirty="0" sz="2800">
                <a:latin typeface="Calibri"/>
                <a:cs typeface="Calibri"/>
              </a:rPr>
              <a:t>providing</a:t>
            </a:r>
            <a:r>
              <a:rPr dirty="0" sz="2800" spc="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4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smart</a:t>
            </a:r>
            <a:r>
              <a:rPr dirty="0" sz="2800" spc="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relational</a:t>
            </a:r>
            <a:r>
              <a:rPr dirty="0" sz="2800" spc="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analytics</a:t>
            </a:r>
            <a:r>
              <a:rPr dirty="0" sz="2800" spc="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platform.</a:t>
            </a:r>
            <a:r>
              <a:rPr dirty="0" sz="2800" spc="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5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helps</a:t>
            </a:r>
            <a:r>
              <a:rPr dirty="0" sz="2800" spc="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users</a:t>
            </a:r>
            <a:r>
              <a:rPr dirty="0" sz="2800" spc="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monitor</a:t>
            </a:r>
            <a:r>
              <a:rPr dirty="0" sz="2800" spc="50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spending </a:t>
            </a:r>
            <a:r>
              <a:rPr dirty="0" sz="2800">
                <a:latin typeface="Calibri"/>
                <a:cs typeface="Calibri"/>
              </a:rPr>
              <a:t>patterns,</a:t>
            </a:r>
            <a:r>
              <a:rPr dirty="0" sz="2800" spc="5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categorize</a:t>
            </a:r>
            <a:r>
              <a:rPr dirty="0" sz="2800" spc="5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expenses,</a:t>
            </a:r>
            <a:r>
              <a:rPr dirty="0" sz="2800" spc="5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5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analyze</a:t>
            </a:r>
            <a:r>
              <a:rPr dirty="0" sz="2800" spc="5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financial</a:t>
            </a:r>
            <a:r>
              <a:rPr dirty="0" sz="2800" spc="5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relationships.</a:t>
            </a:r>
            <a:r>
              <a:rPr dirty="0" sz="2800" spc="5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system</a:t>
            </a:r>
            <a:r>
              <a:rPr dirty="0" sz="2800" spc="5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ensures </a:t>
            </a:r>
            <a:r>
              <a:rPr dirty="0" sz="2800">
                <a:latin typeface="Calibri"/>
                <a:cs typeface="Calibri"/>
              </a:rPr>
              <a:t>better</a:t>
            </a:r>
            <a:r>
              <a:rPr dirty="0" sz="2800" spc="4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financial</a:t>
            </a:r>
            <a:r>
              <a:rPr dirty="0" sz="2800" spc="484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planning</a:t>
            </a:r>
            <a:r>
              <a:rPr dirty="0" sz="2800" spc="50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50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transparency.</a:t>
            </a:r>
            <a:r>
              <a:rPr dirty="0" sz="2800" spc="484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484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increasing</a:t>
            </a:r>
            <a:r>
              <a:rPr dirty="0" sz="2800" spc="50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use</a:t>
            </a:r>
            <a:r>
              <a:rPr dirty="0" sz="2800" spc="484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484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digital </a:t>
            </a:r>
            <a:r>
              <a:rPr dirty="0" sz="2800">
                <a:latin typeface="Calibri"/>
                <a:cs typeface="Calibri"/>
              </a:rPr>
              <a:t>payments,Tracking</a:t>
            </a:r>
            <a:r>
              <a:rPr dirty="0" sz="2800" spc="10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expenses</a:t>
            </a:r>
            <a:r>
              <a:rPr dirty="0" sz="2800" spc="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10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become</a:t>
            </a:r>
            <a:r>
              <a:rPr dirty="0" sz="2800" spc="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more</a:t>
            </a:r>
            <a:r>
              <a:rPr dirty="0" sz="2800" spc="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important</a:t>
            </a:r>
            <a:r>
              <a:rPr dirty="0" sz="2800" spc="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than</a:t>
            </a:r>
            <a:r>
              <a:rPr dirty="0" sz="2800" spc="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ever.</a:t>
            </a:r>
            <a:r>
              <a:rPr dirty="0" sz="2800" spc="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useful</a:t>
            </a:r>
            <a:r>
              <a:rPr dirty="0" sz="2800" spc="70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>
                <a:latin typeface="Calibri"/>
                <a:cs typeface="Calibri"/>
              </a:rPr>
              <a:t>individuals,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students,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small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groups.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Expense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management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plays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key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role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achieving </a:t>
            </a:r>
            <a:r>
              <a:rPr dirty="0" sz="2800">
                <a:latin typeface="Calibri"/>
                <a:cs typeface="Calibri"/>
              </a:rPr>
              <a:t>personal</a:t>
            </a:r>
            <a:r>
              <a:rPr dirty="0" sz="2800" spc="6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financial</a:t>
            </a:r>
            <a:r>
              <a:rPr dirty="0" sz="2800" spc="6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goals</a:t>
            </a:r>
            <a:r>
              <a:rPr dirty="0" sz="2800" spc="6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6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savings.</a:t>
            </a:r>
            <a:r>
              <a:rPr dirty="0" sz="2800" spc="6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Many</a:t>
            </a:r>
            <a:r>
              <a:rPr dirty="0" sz="2800" spc="6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individuals</a:t>
            </a:r>
            <a:r>
              <a:rPr dirty="0" sz="2800" spc="6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lack</a:t>
            </a:r>
            <a:r>
              <a:rPr dirty="0" sz="2800" spc="6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awareness</a:t>
            </a:r>
            <a:r>
              <a:rPr dirty="0" sz="2800" spc="6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6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where</a:t>
            </a:r>
            <a:r>
              <a:rPr dirty="0" sz="2800" spc="6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their </a:t>
            </a:r>
            <a:r>
              <a:rPr dirty="0" sz="2800">
                <a:latin typeface="Calibri"/>
                <a:cs typeface="Calibri"/>
              </a:rPr>
              <a:t>money</a:t>
            </a:r>
            <a:r>
              <a:rPr dirty="0" sz="2800" spc="2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25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being</a:t>
            </a:r>
            <a:r>
              <a:rPr dirty="0" sz="2800" spc="2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spent.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structured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expense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tracking</a:t>
            </a:r>
            <a:r>
              <a:rPr dirty="0" sz="2800" spc="2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system</a:t>
            </a:r>
            <a:r>
              <a:rPr dirty="0" sz="2800" spc="1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helps</a:t>
            </a:r>
            <a:r>
              <a:rPr dirty="0" sz="2800" spc="25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2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improving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financial </a:t>
            </a:r>
            <a:r>
              <a:rPr dirty="0" sz="2800">
                <a:latin typeface="Calibri"/>
                <a:cs typeface="Calibri"/>
              </a:rPr>
              <a:t>transparency.</a:t>
            </a:r>
            <a:r>
              <a:rPr dirty="0" sz="2800" spc="6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Modern</a:t>
            </a:r>
            <a:r>
              <a:rPr dirty="0" sz="2800" spc="6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Users</a:t>
            </a:r>
            <a:r>
              <a:rPr dirty="0" sz="2800" spc="6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expect</a:t>
            </a:r>
            <a:r>
              <a:rPr dirty="0" sz="2800" spc="6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smart</a:t>
            </a:r>
            <a:r>
              <a:rPr dirty="0" sz="2800" spc="6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systems</a:t>
            </a:r>
            <a:r>
              <a:rPr dirty="0" sz="2800" spc="6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6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6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only</a:t>
            </a:r>
            <a:r>
              <a:rPr dirty="0" sz="2800" spc="6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store</a:t>
            </a:r>
            <a:r>
              <a:rPr dirty="0" sz="2800" spc="6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6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but</a:t>
            </a:r>
            <a:r>
              <a:rPr dirty="0" sz="2800" spc="63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also </a:t>
            </a:r>
            <a:r>
              <a:rPr dirty="0" sz="2800">
                <a:latin typeface="Calibri"/>
                <a:cs typeface="Calibri"/>
              </a:rPr>
              <a:t>provide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analysis</a:t>
            </a:r>
            <a:r>
              <a:rPr dirty="0" sz="2800" spc="4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4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spending</a:t>
            </a:r>
            <a:r>
              <a:rPr dirty="0" sz="2800" spc="48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habits.</a:t>
            </a:r>
            <a:r>
              <a:rPr dirty="0" sz="2800" spc="4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8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platform</a:t>
            </a:r>
            <a:r>
              <a:rPr dirty="0" sz="2800" spc="4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also</a:t>
            </a:r>
            <a:r>
              <a:rPr dirty="0" sz="2800" spc="4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provides</a:t>
            </a:r>
            <a:r>
              <a:rPr dirty="0" sz="2800" spc="4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insights</a:t>
            </a:r>
            <a:r>
              <a:rPr dirty="0" sz="2800" spc="4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through</a:t>
            </a:r>
            <a:r>
              <a:rPr dirty="0" sz="2800" spc="4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visual </a:t>
            </a:r>
            <a:r>
              <a:rPr dirty="0" sz="2800">
                <a:latin typeface="Calibri"/>
                <a:cs typeface="Calibri"/>
              </a:rPr>
              <a:t>analytics.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Overall,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enhances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financial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decision-making.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708659" y="264718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2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2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3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88542" y="2875280"/>
            <a:ext cx="23114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8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50975" y="443026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119936" y="4542281"/>
            <a:ext cx="1701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50975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51940" y="2094992"/>
            <a:ext cx="10287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50975" y="509320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24508" y="5208269"/>
            <a:ext cx="1574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50975" y="376275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24508" y="3875608"/>
            <a:ext cx="15748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50975" y="64236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950975" y="576072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124508" y="5874257"/>
            <a:ext cx="16446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50975" y="70911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950975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24508" y="6539941"/>
            <a:ext cx="164465" cy="161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155" rIns="0" bIns="0" rtlCol="0" vert="horz">
            <a:spAutoFit/>
          </a:bodyPr>
          <a:lstStyle/>
          <a:p>
            <a:pPr marL="2065655">
              <a:lnSpc>
                <a:spcPct val="100000"/>
              </a:lnSpc>
              <a:spcBef>
                <a:spcPts val="135"/>
              </a:spcBef>
            </a:pPr>
            <a:r>
              <a:rPr dirty="0" sz="4750"/>
              <a:t>PROBLEM</a:t>
            </a:r>
            <a:r>
              <a:rPr dirty="0" sz="4750" spc="35"/>
              <a:t> </a:t>
            </a:r>
            <a:r>
              <a:rPr dirty="0" sz="4750" spc="-25"/>
              <a:t>STATEMENT</a:t>
            </a:r>
            <a:endParaRPr sz="4750"/>
          </a:p>
        </p:txBody>
      </p:sp>
      <p:sp>
        <p:nvSpPr>
          <p:cNvPr id="20" name="object 20" descr=""/>
          <p:cNvSpPr txBox="1"/>
          <p:nvPr/>
        </p:nvSpPr>
        <p:spPr>
          <a:xfrm>
            <a:off x="1984375" y="2259024"/>
            <a:ext cx="13868400" cy="17348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 indent="81915">
              <a:lnSpc>
                <a:spcPct val="100000"/>
              </a:lnSpc>
              <a:spcBef>
                <a:spcPts val="110"/>
              </a:spcBef>
            </a:pP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many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cases,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existing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expense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tracking</a:t>
            </a:r>
            <a:r>
              <a:rPr dirty="0" sz="2800" spc="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systems</a:t>
            </a:r>
            <a:r>
              <a:rPr dirty="0" sz="2800" spc="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fully</a:t>
            </a:r>
            <a:r>
              <a:rPr dirty="0" sz="2800" spc="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automated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rely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basic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or </a:t>
            </a:r>
            <a:r>
              <a:rPr dirty="0" sz="2800">
                <a:latin typeface="Calibri"/>
                <a:cs typeface="Calibri"/>
              </a:rPr>
              <a:t>manual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methods.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leads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inefficiency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recording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managing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financial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data.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Users</a:t>
            </a:r>
            <a:r>
              <a:rPr dirty="0" sz="2800" spc="4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find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difficult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analyze</a:t>
            </a:r>
            <a:r>
              <a:rPr dirty="0" sz="2800" spc="2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their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spending</a:t>
            </a:r>
            <a:r>
              <a:rPr dirty="0" sz="2800" spc="2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patterns</a:t>
            </a:r>
            <a:r>
              <a:rPr dirty="0" sz="2800" spc="3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2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understand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relationships</a:t>
            </a:r>
            <a:r>
              <a:rPr dirty="0" sz="2800" spc="3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between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different </a:t>
            </a:r>
            <a:r>
              <a:rPr dirty="0" sz="2800">
                <a:latin typeface="Calibri"/>
                <a:cs typeface="Calibri"/>
              </a:rPr>
              <a:t>expenses.There</a:t>
            </a:r>
            <a:r>
              <a:rPr dirty="0" sz="2800" spc="5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5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5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lack</a:t>
            </a:r>
            <a:r>
              <a:rPr dirty="0" sz="2800" spc="5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5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5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simple,</a:t>
            </a:r>
            <a:r>
              <a:rPr dirty="0" sz="2800" spc="50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reliable,</a:t>
            </a:r>
            <a:r>
              <a:rPr dirty="0" sz="2800" spc="5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5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intelligent</a:t>
            </a:r>
            <a:r>
              <a:rPr dirty="0" sz="2800" spc="5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platform</a:t>
            </a:r>
            <a:r>
              <a:rPr dirty="0" sz="2800" spc="5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5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5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only</a:t>
            </a:r>
            <a:r>
              <a:rPr dirty="0" sz="2800" spc="509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tracks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984375" y="3965575"/>
            <a:ext cx="13863319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98600" algn="l"/>
                <a:tab pos="2143125" algn="l"/>
                <a:tab pos="2870200" algn="l"/>
                <a:tab pos="4260850" algn="l"/>
                <a:tab pos="6039485" algn="l"/>
                <a:tab pos="7530465" algn="l"/>
                <a:tab pos="8481695" algn="l"/>
                <a:tab pos="9007475" algn="l"/>
                <a:tab pos="9647555" algn="l"/>
                <a:tab pos="10841355" algn="l"/>
                <a:tab pos="11714480" algn="l"/>
                <a:tab pos="13553440" algn="l"/>
              </a:tabLst>
            </a:pPr>
            <a:r>
              <a:rPr dirty="0" sz="2800" spc="-10">
                <a:latin typeface="Calibri"/>
                <a:cs typeface="Calibri"/>
              </a:rPr>
              <a:t>expenses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but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also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provides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meaningful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insights.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Users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do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not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receive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good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suggestions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984375" y="4390466"/>
            <a:ext cx="13869669" cy="17348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2800">
                <a:latin typeface="Calibri"/>
                <a:cs typeface="Calibri"/>
              </a:rPr>
              <a:t>improve</a:t>
            </a:r>
            <a:r>
              <a:rPr dirty="0" sz="2800" spc="12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financial</a:t>
            </a:r>
            <a:r>
              <a:rPr dirty="0" sz="2800" spc="12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habits.</a:t>
            </a:r>
            <a:r>
              <a:rPr dirty="0" sz="2800" spc="13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Existing</a:t>
            </a:r>
            <a:r>
              <a:rPr dirty="0" sz="2800" spc="11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systems</a:t>
            </a:r>
            <a:r>
              <a:rPr dirty="0" sz="2800" spc="13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do</a:t>
            </a:r>
            <a:r>
              <a:rPr dirty="0" sz="2800" spc="12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11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offer</a:t>
            </a:r>
            <a:r>
              <a:rPr dirty="0" sz="2800" spc="12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proper</a:t>
            </a:r>
            <a:r>
              <a:rPr dirty="0" sz="2800" spc="114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visualization</a:t>
            </a:r>
            <a:r>
              <a:rPr dirty="0" sz="2800" spc="13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114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relational </a:t>
            </a:r>
            <a:r>
              <a:rPr dirty="0" sz="2800">
                <a:latin typeface="Calibri"/>
                <a:cs typeface="Calibri"/>
              </a:rPr>
              <a:t>analytics</a:t>
            </a:r>
            <a:r>
              <a:rPr dirty="0" sz="2800" spc="11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9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better</a:t>
            </a:r>
            <a:r>
              <a:rPr dirty="0" sz="2800" spc="10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financial</a:t>
            </a:r>
            <a:r>
              <a:rPr dirty="0" sz="2800" spc="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understanding.</a:t>
            </a:r>
            <a:r>
              <a:rPr dirty="0" sz="2800" spc="9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Therefore,</a:t>
            </a:r>
            <a:r>
              <a:rPr dirty="0" sz="2800" spc="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there</a:t>
            </a:r>
            <a:r>
              <a:rPr dirty="0" sz="2800" spc="10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11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need</a:t>
            </a:r>
            <a:r>
              <a:rPr dirty="0" sz="2800" spc="10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smart</a:t>
            </a:r>
            <a:r>
              <a:rPr dirty="0" sz="2800" spc="100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>
                <a:latin typeface="Calibri"/>
                <a:cs typeface="Calibri"/>
              </a:rPr>
              <a:t>automated</a:t>
            </a:r>
            <a:r>
              <a:rPr dirty="0" sz="2800" spc="2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expense</a:t>
            </a:r>
            <a:r>
              <a:rPr dirty="0" sz="2800" spc="2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analytics</a:t>
            </a:r>
            <a:r>
              <a:rPr dirty="0" sz="2800" spc="2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platform</a:t>
            </a:r>
            <a:r>
              <a:rPr dirty="0" sz="2800" spc="20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2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improves</a:t>
            </a:r>
            <a:r>
              <a:rPr dirty="0" sz="2800" spc="22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accuracy,</a:t>
            </a:r>
            <a:r>
              <a:rPr dirty="0" sz="2800" spc="22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enhances</a:t>
            </a:r>
            <a:r>
              <a:rPr dirty="0" sz="2800" spc="2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financial</a:t>
            </a:r>
            <a:r>
              <a:rPr dirty="0" sz="2800" spc="1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awareness,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supports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better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decision-making.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08659" y="331470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2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2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3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88542" y="3542741"/>
            <a:ext cx="236220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125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0975" y="443026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50975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151940" y="2094992"/>
            <a:ext cx="10287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50975" y="509320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50975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29080" y="2760675"/>
            <a:ext cx="154305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50975" y="64236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950975" y="576072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950975" y="70911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950975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19936" y="4542281"/>
            <a:ext cx="170180" cy="36175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5"/>
              </a:spcBef>
            </a:pPr>
            <a:r>
              <a:rPr dirty="0" sz="1700" spc="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1590">
              <a:lnSpc>
                <a:spcPct val="100000"/>
              </a:lnSpc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155" rIns="0" bIns="0" rtlCol="0" vert="horz">
            <a:spAutoFit/>
          </a:bodyPr>
          <a:lstStyle/>
          <a:p>
            <a:pPr marL="3419475">
              <a:lnSpc>
                <a:spcPct val="100000"/>
              </a:lnSpc>
              <a:spcBef>
                <a:spcPts val="135"/>
              </a:spcBef>
            </a:pPr>
            <a:r>
              <a:rPr dirty="0" sz="4750" spc="-10"/>
              <a:t>OBJECTIVE(S)</a:t>
            </a:r>
            <a:endParaRPr sz="4750"/>
          </a:p>
        </p:txBody>
      </p:sp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2364739" y="2234311"/>
            <a:ext cx="12024360" cy="13042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0520" indent="-337820">
              <a:lnSpc>
                <a:spcPts val="3354"/>
              </a:lnSpc>
              <a:spcBef>
                <a:spcPts val="105"/>
              </a:spcBef>
              <a:buChar char="•"/>
              <a:tabLst>
                <a:tab pos="350520" algn="l"/>
              </a:tabLst>
            </a:pPr>
            <a:r>
              <a:rPr dirty="0" sz="2800" spc="-90">
                <a:latin typeface="Calibri"/>
                <a:cs typeface="Calibri"/>
              </a:rPr>
              <a:t>To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design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develop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relational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expense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tracking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analytics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platform.</a:t>
            </a:r>
            <a:endParaRPr sz="2800">
              <a:latin typeface="Calibri"/>
              <a:cs typeface="Calibri"/>
            </a:endParaRPr>
          </a:p>
          <a:p>
            <a:pPr marL="350520" indent="-337820">
              <a:lnSpc>
                <a:spcPts val="3350"/>
              </a:lnSpc>
              <a:buChar char="•"/>
              <a:tabLst>
                <a:tab pos="350520" algn="l"/>
              </a:tabLst>
            </a:pPr>
            <a:r>
              <a:rPr dirty="0" sz="2800" spc="-90">
                <a:latin typeface="Calibri"/>
                <a:cs typeface="Calibri"/>
              </a:rPr>
              <a:t>To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implement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visualization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insights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better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financial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decision-making.</a:t>
            </a:r>
            <a:endParaRPr sz="2800">
              <a:latin typeface="Calibri"/>
              <a:cs typeface="Calibri"/>
            </a:endParaRPr>
          </a:p>
          <a:p>
            <a:pPr marL="350520" indent="-337820">
              <a:lnSpc>
                <a:spcPts val="3354"/>
              </a:lnSpc>
              <a:buChar char="•"/>
              <a:tabLst>
                <a:tab pos="350520" algn="l"/>
              </a:tabLst>
            </a:pPr>
            <a:r>
              <a:rPr dirty="0" sz="2800" spc="-90">
                <a:latin typeface="Calibri"/>
                <a:cs typeface="Calibri"/>
              </a:rPr>
              <a:t>To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improve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budgeting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efficiency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through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better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expense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tracking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analysis.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08659" y="3982211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2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2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3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79398" y="4211192"/>
            <a:ext cx="255904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27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0975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24508" y="3429126"/>
            <a:ext cx="1574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50975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51940" y="2094992"/>
            <a:ext cx="10287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50975" y="509320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24508" y="5208269"/>
            <a:ext cx="1574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50975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29080" y="2760675"/>
            <a:ext cx="154305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50975" y="64236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950975" y="576072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24508" y="5874257"/>
            <a:ext cx="16446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50975" y="70911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950975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124508" y="6539941"/>
            <a:ext cx="164465" cy="161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155" rIns="0" bIns="0" rtlCol="0" vert="horz">
            <a:spAutoFit/>
          </a:bodyPr>
          <a:lstStyle/>
          <a:p>
            <a:pPr marL="2559685">
              <a:lnSpc>
                <a:spcPct val="100000"/>
              </a:lnSpc>
              <a:spcBef>
                <a:spcPts val="135"/>
              </a:spcBef>
            </a:pPr>
            <a:r>
              <a:rPr dirty="0" sz="4750"/>
              <a:t>PROPOSED</a:t>
            </a:r>
            <a:r>
              <a:rPr dirty="0" sz="4750" spc="100"/>
              <a:t> </a:t>
            </a:r>
            <a:r>
              <a:rPr dirty="0" sz="4750" spc="-10"/>
              <a:t>SYSTEM</a:t>
            </a:r>
            <a:endParaRPr sz="4750"/>
          </a:p>
        </p:txBody>
      </p:sp>
      <p:sp>
        <p:nvSpPr>
          <p:cNvPr id="20" name="object 20" descr=""/>
          <p:cNvSpPr txBox="1"/>
          <p:nvPr/>
        </p:nvSpPr>
        <p:spPr>
          <a:xfrm>
            <a:off x="2600070" y="2335224"/>
            <a:ext cx="9927590" cy="38665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33070" indent="-420370">
              <a:lnSpc>
                <a:spcPts val="3354"/>
              </a:lnSpc>
              <a:spcBef>
                <a:spcPts val="110"/>
              </a:spcBef>
              <a:buChar char="•"/>
              <a:tabLst>
                <a:tab pos="433070" algn="l"/>
              </a:tabLst>
            </a:pPr>
            <a:r>
              <a:rPr dirty="0" sz="2800">
                <a:latin typeface="Calibri"/>
                <a:cs typeface="Calibri"/>
              </a:rPr>
              <a:t>Provides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web-</a:t>
            </a:r>
            <a:r>
              <a:rPr dirty="0" sz="2800">
                <a:latin typeface="Calibri"/>
                <a:cs typeface="Calibri"/>
              </a:rPr>
              <a:t>based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platform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managing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daily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expenses</a:t>
            </a:r>
            <a:endParaRPr sz="2800">
              <a:latin typeface="Calibri"/>
              <a:cs typeface="Calibri"/>
            </a:endParaRPr>
          </a:p>
          <a:p>
            <a:pPr marL="433070" indent="-420370">
              <a:lnSpc>
                <a:spcPts val="3350"/>
              </a:lnSpc>
              <a:buChar char="•"/>
              <a:tabLst>
                <a:tab pos="433070" algn="l"/>
              </a:tabLst>
            </a:pPr>
            <a:r>
              <a:rPr dirty="0" sz="2800">
                <a:latin typeface="Calibri"/>
                <a:cs typeface="Calibri"/>
              </a:rPr>
              <a:t>Allows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add,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edit,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delete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expense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records</a:t>
            </a:r>
            <a:endParaRPr sz="2800">
              <a:latin typeface="Calibri"/>
              <a:cs typeface="Calibri"/>
            </a:endParaRPr>
          </a:p>
          <a:p>
            <a:pPr marL="433070" indent="-420370">
              <a:lnSpc>
                <a:spcPts val="3354"/>
              </a:lnSpc>
              <a:buChar char="•"/>
              <a:tabLst>
                <a:tab pos="433070" algn="l"/>
              </a:tabLst>
            </a:pPr>
            <a:r>
              <a:rPr dirty="0" sz="2800" spc="-10">
                <a:latin typeface="Calibri"/>
                <a:cs typeface="Calibri"/>
              </a:rPr>
              <a:t>Categorizes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expenses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better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organization</a:t>
            </a:r>
            <a:endParaRPr sz="2800">
              <a:latin typeface="Calibri"/>
              <a:cs typeface="Calibri"/>
            </a:endParaRPr>
          </a:p>
          <a:p>
            <a:pPr marL="433070" indent="-420370">
              <a:lnSpc>
                <a:spcPts val="3354"/>
              </a:lnSpc>
              <a:spcBef>
                <a:spcPts val="25"/>
              </a:spcBef>
              <a:buChar char="•"/>
              <a:tabLst>
                <a:tab pos="433070" algn="l"/>
              </a:tabLst>
            </a:pPr>
            <a:r>
              <a:rPr dirty="0" sz="2800">
                <a:latin typeface="Calibri"/>
                <a:cs typeface="Calibri"/>
              </a:rPr>
              <a:t>Stores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securely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structured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database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433070" indent="-420370">
              <a:lnSpc>
                <a:spcPts val="3350"/>
              </a:lnSpc>
              <a:buChar char="•"/>
              <a:tabLst>
                <a:tab pos="433070" algn="l"/>
              </a:tabLst>
            </a:pPr>
            <a:r>
              <a:rPr dirty="0" sz="2800" spc="-10">
                <a:latin typeface="Calibri"/>
                <a:cs typeface="Calibri"/>
              </a:rPr>
              <a:t>Performs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relational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analysis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between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different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expense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categories</a:t>
            </a:r>
            <a:endParaRPr sz="2800">
              <a:latin typeface="Calibri"/>
              <a:cs typeface="Calibri"/>
            </a:endParaRPr>
          </a:p>
          <a:p>
            <a:pPr marL="433070" indent="-420370">
              <a:lnSpc>
                <a:spcPts val="3354"/>
              </a:lnSpc>
              <a:buChar char="•"/>
              <a:tabLst>
                <a:tab pos="433070" algn="l"/>
              </a:tabLst>
            </a:pPr>
            <a:r>
              <a:rPr dirty="0" sz="2800" spc="-10">
                <a:latin typeface="Calibri"/>
                <a:cs typeface="Calibri"/>
              </a:rPr>
              <a:t>Generates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visual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reports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such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charts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graphs</a:t>
            </a:r>
            <a:endParaRPr sz="2800">
              <a:latin typeface="Calibri"/>
              <a:cs typeface="Calibri"/>
            </a:endParaRPr>
          </a:p>
          <a:p>
            <a:pPr marL="433070" indent="-420370">
              <a:lnSpc>
                <a:spcPts val="3354"/>
              </a:lnSpc>
              <a:spcBef>
                <a:spcPts val="25"/>
              </a:spcBef>
              <a:buChar char="•"/>
              <a:tabLst>
                <a:tab pos="433070" algn="l"/>
              </a:tabLst>
            </a:pPr>
            <a:r>
              <a:rPr dirty="0" sz="2800">
                <a:latin typeface="Calibri"/>
                <a:cs typeface="Calibri"/>
              </a:rPr>
              <a:t>Enables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filtering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expenses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based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category</a:t>
            </a:r>
            <a:endParaRPr sz="2800">
              <a:latin typeface="Calibri"/>
              <a:cs typeface="Calibri"/>
            </a:endParaRPr>
          </a:p>
          <a:p>
            <a:pPr marL="433070" indent="-420370">
              <a:lnSpc>
                <a:spcPts val="3350"/>
              </a:lnSpc>
              <a:buChar char="•"/>
              <a:tabLst>
                <a:tab pos="433070" algn="l"/>
              </a:tabLst>
            </a:pPr>
            <a:r>
              <a:rPr dirty="0" sz="2800">
                <a:latin typeface="Calibri"/>
                <a:cs typeface="Calibri"/>
              </a:rPr>
              <a:t>Provides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personalized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dashboard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each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user</a:t>
            </a:r>
            <a:endParaRPr sz="2800">
              <a:latin typeface="Calibri"/>
              <a:cs typeface="Calibri"/>
            </a:endParaRPr>
          </a:p>
          <a:p>
            <a:pPr marL="433070" indent="-420370">
              <a:lnSpc>
                <a:spcPts val="3354"/>
              </a:lnSpc>
              <a:buChar char="•"/>
              <a:tabLst>
                <a:tab pos="433070" algn="l"/>
              </a:tabLst>
            </a:pPr>
            <a:r>
              <a:rPr dirty="0" sz="2800">
                <a:latin typeface="Calibri"/>
                <a:cs typeface="Calibri"/>
              </a:rPr>
              <a:t>Ensures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secure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login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authentication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system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08659" y="4654296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2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2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3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88542" y="4883911"/>
            <a:ext cx="23558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125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0975" y="3319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24508" y="3433393"/>
            <a:ext cx="15748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50975" y="198882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51940" y="2099818"/>
            <a:ext cx="10287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50975" y="3986784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19936" y="4101845"/>
            <a:ext cx="1701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50975" y="265176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29080" y="2765806"/>
            <a:ext cx="15430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50975" y="6428232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950975" y="576529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950975" y="70866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950975" y="77541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6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6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2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6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124508" y="5879083"/>
            <a:ext cx="165100" cy="22758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3379316" y="-258318"/>
            <a:ext cx="5166995" cy="1881505"/>
            <a:chOff x="13379316" y="-258318"/>
            <a:chExt cx="5166995" cy="1881505"/>
          </a:xfrm>
        </p:grpSpPr>
        <p:sp>
          <p:nvSpPr>
            <p:cNvPr id="18" name="object 18" descr=""/>
            <p:cNvSpPr/>
            <p:nvPr/>
          </p:nvSpPr>
          <p:spPr>
            <a:xfrm>
              <a:off x="13637634" y="0"/>
              <a:ext cx="4650740" cy="1365250"/>
            </a:xfrm>
            <a:custGeom>
              <a:avLst/>
              <a:gdLst/>
              <a:ahLst/>
              <a:cxnLst/>
              <a:rect l="l" t="t" r="r" b="b"/>
              <a:pathLst>
                <a:path w="4650740" h="1365250">
                  <a:moveTo>
                    <a:pt x="0" y="0"/>
                  </a:moveTo>
                  <a:lnTo>
                    <a:pt x="33867" y="29575"/>
                  </a:lnTo>
                  <a:lnTo>
                    <a:pt x="67976" y="58802"/>
                  </a:lnTo>
                  <a:lnTo>
                    <a:pt x="102326" y="87755"/>
                  </a:lnTo>
                  <a:lnTo>
                    <a:pt x="136916" y="116431"/>
                  </a:lnTo>
                  <a:lnTo>
                    <a:pt x="171742" y="144829"/>
                  </a:lnTo>
                  <a:lnTo>
                    <a:pt x="206804" y="172947"/>
                  </a:lnTo>
                  <a:lnTo>
                    <a:pt x="242099" y="200783"/>
                  </a:lnTo>
                  <a:lnTo>
                    <a:pt x="277627" y="228337"/>
                  </a:lnTo>
                  <a:lnTo>
                    <a:pt x="313385" y="255605"/>
                  </a:lnTo>
                  <a:lnTo>
                    <a:pt x="349371" y="282587"/>
                  </a:lnTo>
                  <a:lnTo>
                    <a:pt x="385585" y="309280"/>
                  </a:lnTo>
                  <a:lnTo>
                    <a:pt x="422024" y="335683"/>
                  </a:lnTo>
                  <a:lnTo>
                    <a:pt x="458687" y="361794"/>
                  </a:lnTo>
                  <a:lnTo>
                    <a:pt x="495571" y="387612"/>
                  </a:lnTo>
                  <a:lnTo>
                    <a:pt x="532675" y="413135"/>
                  </a:lnTo>
                  <a:lnTo>
                    <a:pt x="569998" y="438361"/>
                  </a:lnTo>
                  <a:lnTo>
                    <a:pt x="607538" y="463288"/>
                  </a:lnTo>
                  <a:lnTo>
                    <a:pt x="645293" y="487914"/>
                  </a:lnTo>
                  <a:lnTo>
                    <a:pt x="683261" y="512239"/>
                  </a:lnTo>
                  <a:lnTo>
                    <a:pt x="721441" y="536260"/>
                  </a:lnTo>
                  <a:lnTo>
                    <a:pt x="759831" y="559976"/>
                  </a:lnTo>
                  <a:lnTo>
                    <a:pt x="798429" y="583384"/>
                  </a:lnTo>
                  <a:lnTo>
                    <a:pt x="837234" y="606484"/>
                  </a:lnTo>
                  <a:lnTo>
                    <a:pt x="876243" y="629273"/>
                  </a:lnTo>
                  <a:lnTo>
                    <a:pt x="915456" y="651750"/>
                  </a:lnTo>
                  <a:lnTo>
                    <a:pt x="954870" y="673913"/>
                  </a:lnTo>
                  <a:lnTo>
                    <a:pt x="994483" y="695760"/>
                  </a:lnTo>
                  <a:lnTo>
                    <a:pt x="1034295" y="717290"/>
                  </a:lnTo>
                  <a:lnTo>
                    <a:pt x="1074303" y="738501"/>
                  </a:lnTo>
                  <a:lnTo>
                    <a:pt x="1114506" y="759391"/>
                  </a:lnTo>
                  <a:lnTo>
                    <a:pt x="1154902" y="779959"/>
                  </a:lnTo>
                  <a:lnTo>
                    <a:pt x="1195489" y="800203"/>
                  </a:lnTo>
                  <a:lnTo>
                    <a:pt x="1236265" y="820120"/>
                  </a:lnTo>
                  <a:lnTo>
                    <a:pt x="1277229" y="839710"/>
                  </a:lnTo>
                  <a:lnTo>
                    <a:pt x="1318380" y="858971"/>
                  </a:lnTo>
                  <a:lnTo>
                    <a:pt x="1359714" y="877901"/>
                  </a:lnTo>
                  <a:lnTo>
                    <a:pt x="1401232" y="896498"/>
                  </a:lnTo>
                  <a:lnTo>
                    <a:pt x="1442930" y="914761"/>
                  </a:lnTo>
                  <a:lnTo>
                    <a:pt x="1484808" y="932687"/>
                  </a:lnTo>
                  <a:lnTo>
                    <a:pt x="1526863" y="950276"/>
                  </a:lnTo>
                  <a:lnTo>
                    <a:pt x="1569095" y="967526"/>
                  </a:lnTo>
                  <a:lnTo>
                    <a:pt x="1611500" y="984434"/>
                  </a:lnTo>
                  <a:lnTo>
                    <a:pt x="1654078" y="1000999"/>
                  </a:lnTo>
                  <a:lnTo>
                    <a:pt x="1696827" y="1017220"/>
                  </a:lnTo>
                  <a:lnTo>
                    <a:pt x="1739745" y="1033094"/>
                  </a:lnTo>
                  <a:lnTo>
                    <a:pt x="1782830" y="1048620"/>
                  </a:lnTo>
                  <a:lnTo>
                    <a:pt x="1826081" y="1063797"/>
                  </a:lnTo>
                  <a:lnTo>
                    <a:pt x="1869496" y="1078622"/>
                  </a:lnTo>
                  <a:lnTo>
                    <a:pt x="1913073" y="1093094"/>
                  </a:lnTo>
                  <a:lnTo>
                    <a:pt x="1956811" y="1107211"/>
                  </a:lnTo>
                  <a:lnTo>
                    <a:pt x="2000708" y="1120972"/>
                  </a:lnTo>
                  <a:lnTo>
                    <a:pt x="2044761" y="1134375"/>
                  </a:lnTo>
                  <a:lnTo>
                    <a:pt x="2088971" y="1147417"/>
                  </a:lnTo>
                  <a:lnTo>
                    <a:pt x="2133334" y="1160098"/>
                  </a:lnTo>
                  <a:lnTo>
                    <a:pt x="2177849" y="1172415"/>
                  </a:lnTo>
                  <a:lnTo>
                    <a:pt x="2222514" y="1184368"/>
                  </a:lnTo>
                  <a:lnTo>
                    <a:pt x="2267328" y="1195954"/>
                  </a:lnTo>
                  <a:lnTo>
                    <a:pt x="2312289" y="1207171"/>
                  </a:lnTo>
                  <a:lnTo>
                    <a:pt x="2357396" y="1218018"/>
                  </a:lnTo>
                  <a:lnTo>
                    <a:pt x="2402646" y="1228493"/>
                  </a:lnTo>
                  <a:lnTo>
                    <a:pt x="2448037" y="1238595"/>
                  </a:lnTo>
                  <a:lnTo>
                    <a:pt x="2493569" y="1248321"/>
                  </a:lnTo>
                  <a:lnTo>
                    <a:pt x="2539240" y="1257670"/>
                  </a:lnTo>
                  <a:lnTo>
                    <a:pt x="2585047" y="1266641"/>
                  </a:lnTo>
                  <a:lnTo>
                    <a:pt x="2630989" y="1275231"/>
                  </a:lnTo>
                  <a:lnTo>
                    <a:pt x="2677064" y="1283440"/>
                  </a:lnTo>
                  <a:lnTo>
                    <a:pt x="2723271" y="1291264"/>
                  </a:lnTo>
                  <a:lnTo>
                    <a:pt x="2769608" y="1298703"/>
                  </a:lnTo>
                  <a:lnTo>
                    <a:pt x="2816073" y="1305755"/>
                  </a:lnTo>
                  <a:lnTo>
                    <a:pt x="2862665" y="1312418"/>
                  </a:lnTo>
                  <a:lnTo>
                    <a:pt x="2909382" y="1318690"/>
                  </a:lnTo>
                  <a:lnTo>
                    <a:pt x="2956221" y="1324570"/>
                  </a:lnTo>
                  <a:lnTo>
                    <a:pt x="3003182" y="1330056"/>
                  </a:lnTo>
                  <a:lnTo>
                    <a:pt x="3050263" y="1335146"/>
                  </a:lnTo>
                  <a:lnTo>
                    <a:pt x="3097462" y="1339838"/>
                  </a:lnTo>
                  <a:lnTo>
                    <a:pt x="3144777" y="1344132"/>
                  </a:lnTo>
                  <a:lnTo>
                    <a:pt x="3192207" y="1348025"/>
                  </a:lnTo>
                  <a:lnTo>
                    <a:pt x="3239749" y="1351515"/>
                  </a:lnTo>
                  <a:lnTo>
                    <a:pt x="3287403" y="1354601"/>
                  </a:lnTo>
                  <a:lnTo>
                    <a:pt x="3335167" y="1357281"/>
                  </a:lnTo>
                  <a:lnTo>
                    <a:pt x="3383038" y="1359554"/>
                  </a:lnTo>
                  <a:lnTo>
                    <a:pt x="3431015" y="1361417"/>
                  </a:lnTo>
                  <a:lnTo>
                    <a:pt x="3479096" y="1362869"/>
                  </a:lnTo>
                  <a:lnTo>
                    <a:pt x="3527281" y="1363908"/>
                  </a:lnTo>
                  <a:lnTo>
                    <a:pt x="3575566" y="1364533"/>
                  </a:lnTo>
                  <a:lnTo>
                    <a:pt x="3623950" y="1364742"/>
                  </a:lnTo>
                  <a:lnTo>
                    <a:pt x="3672335" y="1364533"/>
                  </a:lnTo>
                  <a:lnTo>
                    <a:pt x="3720620" y="1363908"/>
                  </a:lnTo>
                  <a:lnTo>
                    <a:pt x="3768805" y="1362869"/>
                  </a:lnTo>
                  <a:lnTo>
                    <a:pt x="3816886" y="1361417"/>
                  </a:lnTo>
                  <a:lnTo>
                    <a:pt x="3864863" y="1359554"/>
                  </a:lnTo>
                  <a:lnTo>
                    <a:pt x="3912734" y="1357281"/>
                  </a:lnTo>
                  <a:lnTo>
                    <a:pt x="3960498" y="1354601"/>
                  </a:lnTo>
                  <a:lnTo>
                    <a:pt x="4008152" y="1351515"/>
                  </a:lnTo>
                  <a:lnTo>
                    <a:pt x="4055694" y="1348025"/>
                  </a:lnTo>
                  <a:lnTo>
                    <a:pt x="4103124" y="1344132"/>
                  </a:lnTo>
                  <a:lnTo>
                    <a:pt x="4150439" y="1339838"/>
                  </a:lnTo>
                  <a:lnTo>
                    <a:pt x="4197638" y="1335146"/>
                  </a:lnTo>
                  <a:lnTo>
                    <a:pt x="4244719" y="1330056"/>
                  </a:lnTo>
                  <a:lnTo>
                    <a:pt x="4291680" y="1324570"/>
                  </a:lnTo>
                  <a:lnTo>
                    <a:pt x="4338519" y="1318690"/>
                  </a:lnTo>
                  <a:lnTo>
                    <a:pt x="4385236" y="1312418"/>
                  </a:lnTo>
                  <a:lnTo>
                    <a:pt x="4431828" y="1305755"/>
                  </a:lnTo>
                  <a:lnTo>
                    <a:pt x="4478293" y="1298703"/>
                  </a:lnTo>
                  <a:lnTo>
                    <a:pt x="4524630" y="1291264"/>
                  </a:lnTo>
                  <a:lnTo>
                    <a:pt x="4570837" y="1283440"/>
                  </a:lnTo>
                  <a:lnTo>
                    <a:pt x="4616912" y="1275231"/>
                  </a:lnTo>
                  <a:lnTo>
                    <a:pt x="4650364" y="1268977"/>
                  </a:lnTo>
                </a:path>
              </a:pathLst>
            </a:custGeom>
            <a:ln w="516636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2895" y="909828"/>
              <a:ext cx="946403" cy="237744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1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750"/>
              <a:t>PROPOSED</a:t>
            </a:r>
            <a:r>
              <a:rPr dirty="0" sz="4750" spc="114"/>
              <a:t> </a:t>
            </a:r>
            <a:r>
              <a:rPr dirty="0" sz="4750"/>
              <a:t>SYSTEM</a:t>
            </a:r>
            <a:r>
              <a:rPr dirty="0" sz="4750" spc="-260"/>
              <a:t> </a:t>
            </a:r>
            <a:r>
              <a:rPr dirty="0" sz="4750" spc="-10"/>
              <a:t>ARCHITECTURE</a:t>
            </a:r>
            <a:endParaRPr sz="4750"/>
          </a:p>
        </p:txBody>
      </p:sp>
      <p:sp>
        <p:nvSpPr>
          <p:cNvPr id="21" name="object 21" descr=""/>
          <p:cNvSpPr txBox="1"/>
          <p:nvPr/>
        </p:nvSpPr>
        <p:spPr>
          <a:xfrm>
            <a:off x="1945004" y="2201621"/>
            <a:ext cx="7872095" cy="3441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69900" indent="-457200">
              <a:lnSpc>
                <a:spcPts val="3354"/>
              </a:lnSpc>
              <a:spcBef>
                <a:spcPts val="110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2800" spc="-10" b="1">
                <a:latin typeface="Calibri"/>
                <a:cs typeface="Calibri"/>
              </a:rPr>
              <a:t>Input</a:t>
            </a:r>
            <a:endParaRPr sz="2800">
              <a:latin typeface="Calibri"/>
              <a:cs typeface="Calibri"/>
            </a:endParaRPr>
          </a:p>
          <a:p>
            <a:pPr marL="172085">
              <a:lnSpc>
                <a:spcPts val="3350"/>
              </a:lnSpc>
            </a:pPr>
            <a:r>
              <a:rPr dirty="0" sz="2800">
                <a:latin typeface="Calibri"/>
                <a:cs typeface="Calibri"/>
              </a:rPr>
              <a:t>User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enters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expense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details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(amount,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category,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date).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ts val="3354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2800" spc="-10" b="1">
                <a:latin typeface="Calibri"/>
                <a:cs typeface="Calibri"/>
              </a:rPr>
              <a:t>Processing</a:t>
            </a:r>
            <a:endParaRPr sz="2800">
              <a:latin typeface="Calibri"/>
              <a:cs typeface="Calibri"/>
            </a:endParaRPr>
          </a:p>
          <a:p>
            <a:pPr marL="172085">
              <a:lnSpc>
                <a:spcPts val="3354"/>
              </a:lnSpc>
              <a:spcBef>
                <a:spcPts val="25"/>
              </a:spcBef>
            </a:pPr>
            <a:r>
              <a:rPr dirty="0" sz="2800">
                <a:latin typeface="Calibri"/>
                <a:cs typeface="Calibri"/>
              </a:rPr>
              <a:t>System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processing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data,categorizes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expenses.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ts val="3350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2800" spc="-10" b="1">
                <a:latin typeface="Calibri"/>
                <a:cs typeface="Calibri"/>
              </a:rPr>
              <a:t>Database</a:t>
            </a:r>
            <a:endParaRPr sz="2800">
              <a:latin typeface="Calibri"/>
              <a:cs typeface="Calibri"/>
            </a:endParaRPr>
          </a:p>
          <a:p>
            <a:pPr marL="255270">
              <a:lnSpc>
                <a:spcPts val="3354"/>
              </a:lnSpc>
            </a:pPr>
            <a:r>
              <a:rPr dirty="0" sz="2800">
                <a:latin typeface="Calibri"/>
                <a:cs typeface="Calibri"/>
              </a:rPr>
              <a:t>Stores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data,expense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records,etc.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ts val="3354"/>
              </a:lnSpc>
              <a:spcBef>
                <a:spcPts val="25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2800" spc="-10" b="1">
                <a:latin typeface="Calibri"/>
                <a:cs typeface="Calibri"/>
              </a:rPr>
              <a:t>Output</a:t>
            </a:r>
            <a:endParaRPr sz="2800">
              <a:latin typeface="Calibri"/>
              <a:cs typeface="Calibri"/>
            </a:endParaRPr>
          </a:p>
          <a:p>
            <a:pPr marL="337185">
              <a:lnSpc>
                <a:spcPts val="3354"/>
              </a:lnSpc>
            </a:pPr>
            <a:r>
              <a:rPr dirty="0" sz="2800">
                <a:latin typeface="Calibri"/>
                <a:cs typeface="Calibri"/>
              </a:rPr>
              <a:t>Displays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reports,charts,insights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user</a:t>
            </a:r>
            <a:r>
              <a:rPr dirty="0" sz="2800" spc="-10" b="1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30383" y="1911095"/>
            <a:ext cx="6858000" cy="71963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6091" y="531723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05611" y="5546547"/>
            <a:ext cx="247650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215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78408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78408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78408" y="39822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78408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78408" y="64236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78408" y="4649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46149" y="2094992"/>
            <a:ext cx="170180" cy="29533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9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1590">
              <a:lnSpc>
                <a:spcPct val="100000"/>
              </a:lnSpc>
              <a:spcBef>
                <a:spcPts val="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1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dirty="0" sz="1700" spc="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78408" y="70911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978408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50721" y="6539941"/>
            <a:ext cx="164465" cy="161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3663315">
              <a:lnSpc>
                <a:spcPct val="100000"/>
              </a:lnSpc>
              <a:spcBef>
                <a:spcPts val="90"/>
              </a:spcBef>
            </a:pPr>
            <a:r>
              <a:rPr dirty="0" spc="-20"/>
              <a:t>WORKFLOW</a:t>
            </a:r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6723" y="1741932"/>
            <a:ext cx="11617452" cy="68031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6091" y="597560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14755" y="6205169"/>
            <a:ext cx="230504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8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78408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50721" y="3429126"/>
            <a:ext cx="1574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78408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78153" y="2094992"/>
            <a:ext cx="10287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78408" y="39822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46149" y="4096892"/>
            <a:ext cx="1701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78408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55293" y="2760675"/>
            <a:ext cx="154305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78408" y="53172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50721" y="5432805"/>
            <a:ext cx="16446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78408" y="4649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150721" y="4765039"/>
            <a:ext cx="1574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78408" y="70911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978408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50721" y="7208266"/>
            <a:ext cx="164465" cy="9512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155" rIns="0" bIns="0" rtlCol="0" vert="horz">
            <a:spAutoFit/>
          </a:bodyPr>
          <a:lstStyle/>
          <a:p>
            <a:pPr marL="2171065">
              <a:lnSpc>
                <a:spcPct val="100000"/>
              </a:lnSpc>
              <a:spcBef>
                <a:spcPts val="135"/>
              </a:spcBef>
            </a:pPr>
            <a:r>
              <a:rPr dirty="0" sz="4750"/>
              <a:t>TECHNOLOGIES</a:t>
            </a:r>
            <a:r>
              <a:rPr dirty="0" sz="4750" spc="95"/>
              <a:t> </a:t>
            </a:r>
            <a:r>
              <a:rPr dirty="0" sz="4750" spc="-20"/>
              <a:t>USED</a:t>
            </a:r>
            <a:endParaRPr sz="4750"/>
          </a:p>
        </p:txBody>
      </p:sp>
      <p:sp>
        <p:nvSpPr>
          <p:cNvPr id="21" name="object 21" descr=""/>
          <p:cNvSpPr txBox="1"/>
          <p:nvPr/>
        </p:nvSpPr>
        <p:spPr>
          <a:xfrm>
            <a:off x="2365375" y="2106929"/>
            <a:ext cx="6737350" cy="30149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265" indent="-456565">
              <a:lnSpc>
                <a:spcPts val="3354"/>
              </a:lnSpc>
              <a:spcBef>
                <a:spcPts val="105"/>
              </a:spcBef>
              <a:buChar char="-"/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Frontend: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HTML,CSS,JavaScript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ts val="3350"/>
              </a:lnSpc>
              <a:buChar char="-"/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Backend: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Java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(Spring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Boot)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ts val="3354"/>
              </a:lnSpc>
              <a:buChar char="-"/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Database: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MYSQL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ts val="3354"/>
              </a:lnSpc>
              <a:spcBef>
                <a:spcPts val="25"/>
              </a:spcBef>
              <a:buChar char="-"/>
              <a:tabLst>
                <a:tab pos="469265" algn="l"/>
              </a:tabLst>
            </a:pPr>
            <a:r>
              <a:rPr dirty="0" sz="2800" spc="-25">
                <a:latin typeface="Calibri"/>
                <a:cs typeface="Calibri"/>
              </a:rPr>
              <a:t>Tools:Note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,MySQL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Workbench,Github.</a:t>
            </a:r>
            <a:endParaRPr sz="2800">
              <a:latin typeface="Calibri"/>
              <a:cs typeface="Calibri"/>
            </a:endParaRPr>
          </a:p>
          <a:p>
            <a:pPr marL="469265" marR="1210945" indent="-457200">
              <a:lnSpc>
                <a:spcPts val="3350"/>
              </a:lnSpc>
              <a:spcBef>
                <a:spcPts val="114"/>
              </a:spcBef>
              <a:buChar char="-"/>
              <a:tabLst>
                <a:tab pos="661670" algn="l"/>
              </a:tabLst>
            </a:pPr>
            <a:r>
              <a:rPr dirty="0" sz="2800" spc="-10">
                <a:latin typeface="Calibri"/>
                <a:cs typeface="Calibri"/>
              </a:rPr>
              <a:t>Hardware/Software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Requirements: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JDK,MYSQL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Server</a:t>
            </a:r>
            <a:endParaRPr sz="2800">
              <a:latin typeface="Calibri"/>
              <a:cs typeface="Calibri"/>
            </a:endParaRPr>
          </a:p>
          <a:p>
            <a:pPr marL="661670">
              <a:lnSpc>
                <a:spcPts val="3275"/>
              </a:lnSpc>
            </a:pPr>
            <a:r>
              <a:rPr dirty="0" sz="2800">
                <a:latin typeface="Calibri"/>
                <a:cs typeface="Calibri"/>
              </a:rPr>
              <a:t>Web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Browser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6091" y="66522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10183" y="6882460"/>
            <a:ext cx="241935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17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78408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50721" y="3429126"/>
            <a:ext cx="1574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78408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78153" y="2094992"/>
            <a:ext cx="10287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78408" y="39822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46149" y="4096892"/>
            <a:ext cx="1701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78408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55293" y="2760675"/>
            <a:ext cx="154305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78408" y="53172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50721" y="5432805"/>
            <a:ext cx="16446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78408" y="4649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150721" y="4765039"/>
            <a:ext cx="1574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78408" y="59847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155293" y="6100394"/>
            <a:ext cx="15367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978408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150721" y="7876158"/>
            <a:ext cx="16446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7744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17174717" y="2003823"/>
            <a:ext cx="1113790" cy="6636384"/>
          </a:xfrm>
          <a:custGeom>
            <a:avLst/>
            <a:gdLst/>
            <a:ahLst/>
            <a:cxnLst/>
            <a:rect l="l" t="t" r="r" b="b"/>
            <a:pathLst>
              <a:path w="1113790" h="6636384">
                <a:moveTo>
                  <a:pt x="1113282" y="0"/>
                </a:moveTo>
                <a:lnTo>
                  <a:pt x="1081670" y="42094"/>
                </a:lnTo>
                <a:lnTo>
                  <a:pt x="1054988" y="78323"/>
                </a:lnTo>
                <a:lnTo>
                  <a:pt x="1028596" y="114777"/>
                </a:lnTo>
                <a:lnTo>
                  <a:pt x="1002497" y="151455"/>
                </a:lnTo>
                <a:lnTo>
                  <a:pt x="976690" y="188355"/>
                </a:lnTo>
                <a:lnTo>
                  <a:pt x="951179" y="225475"/>
                </a:lnTo>
                <a:lnTo>
                  <a:pt x="925964" y="262814"/>
                </a:lnTo>
                <a:lnTo>
                  <a:pt x="901048" y="300370"/>
                </a:lnTo>
                <a:lnTo>
                  <a:pt x="876432" y="338140"/>
                </a:lnTo>
                <a:lnTo>
                  <a:pt x="852118" y="376124"/>
                </a:lnTo>
                <a:lnTo>
                  <a:pt x="828108" y="414320"/>
                </a:lnTo>
                <a:lnTo>
                  <a:pt x="804402" y="452726"/>
                </a:lnTo>
                <a:lnTo>
                  <a:pt x="781004" y="491340"/>
                </a:lnTo>
                <a:lnTo>
                  <a:pt x="757915" y="530161"/>
                </a:lnTo>
                <a:lnTo>
                  <a:pt x="735136" y="569187"/>
                </a:lnTo>
                <a:lnTo>
                  <a:pt x="712669" y="608415"/>
                </a:lnTo>
                <a:lnTo>
                  <a:pt x="690516" y="647846"/>
                </a:lnTo>
                <a:lnTo>
                  <a:pt x="668678" y="687476"/>
                </a:lnTo>
                <a:lnTo>
                  <a:pt x="647158" y="727304"/>
                </a:lnTo>
                <a:lnTo>
                  <a:pt x="625956" y="767329"/>
                </a:lnTo>
                <a:lnTo>
                  <a:pt x="605076" y="807548"/>
                </a:lnTo>
                <a:lnTo>
                  <a:pt x="584517" y="847961"/>
                </a:lnTo>
                <a:lnTo>
                  <a:pt x="564283" y="888564"/>
                </a:lnTo>
                <a:lnTo>
                  <a:pt x="544374" y="929357"/>
                </a:lnTo>
                <a:lnTo>
                  <a:pt x="524793" y="970338"/>
                </a:lnTo>
                <a:lnTo>
                  <a:pt x="505540" y="1011506"/>
                </a:lnTo>
                <a:lnTo>
                  <a:pt x="486619" y="1052857"/>
                </a:lnTo>
                <a:lnTo>
                  <a:pt x="468030" y="1094392"/>
                </a:lnTo>
                <a:lnTo>
                  <a:pt x="449776" y="1136107"/>
                </a:lnTo>
                <a:lnTo>
                  <a:pt x="431857" y="1178002"/>
                </a:lnTo>
                <a:lnTo>
                  <a:pt x="414276" y="1220075"/>
                </a:lnTo>
                <a:lnTo>
                  <a:pt x="397034" y="1262323"/>
                </a:lnTo>
                <a:lnTo>
                  <a:pt x="380134" y="1304746"/>
                </a:lnTo>
                <a:lnTo>
                  <a:pt x="363576" y="1347341"/>
                </a:lnTo>
                <a:lnTo>
                  <a:pt x="347363" y="1390107"/>
                </a:lnTo>
                <a:lnTo>
                  <a:pt x="331496" y="1433042"/>
                </a:lnTo>
                <a:lnTo>
                  <a:pt x="315976" y="1476145"/>
                </a:lnTo>
                <a:lnTo>
                  <a:pt x="300807" y="1519413"/>
                </a:lnTo>
                <a:lnTo>
                  <a:pt x="285988" y="1562846"/>
                </a:lnTo>
                <a:lnTo>
                  <a:pt x="271523" y="1606440"/>
                </a:lnTo>
                <a:lnTo>
                  <a:pt x="257412" y="1650196"/>
                </a:lnTo>
                <a:lnTo>
                  <a:pt x="243657" y="1694110"/>
                </a:lnTo>
                <a:lnTo>
                  <a:pt x="230261" y="1738181"/>
                </a:lnTo>
                <a:lnTo>
                  <a:pt x="217224" y="1782408"/>
                </a:lnTo>
                <a:lnTo>
                  <a:pt x="204549" y="1826789"/>
                </a:lnTo>
                <a:lnTo>
                  <a:pt x="192237" y="1871322"/>
                </a:lnTo>
                <a:lnTo>
                  <a:pt x="180290" y="1916005"/>
                </a:lnTo>
                <a:lnTo>
                  <a:pt x="168710" y="1960837"/>
                </a:lnTo>
                <a:lnTo>
                  <a:pt x="157498" y="2005816"/>
                </a:lnTo>
                <a:lnTo>
                  <a:pt x="146656" y="2050940"/>
                </a:lnTo>
                <a:lnTo>
                  <a:pt x="136185" y="2096208"/>
                </a:lnTo>
                <a:lnTo>
                  <a:pt x="126088" y="2141617"/>
                </a:lnTo>
                <a:lnTo>
                  <a:pt x="116366" y="2187167"/>
                </a:lnTo>
                <a:lnTo>
                  <a:pt x="107021" y="2232856"/>
                </a:lnTo>
                <a:lnTo>
                  <a:pt x="98055" y="2278681"/>
                </a:lnTo>
                <a:lnTo>
                  <a:pt x="89468" y="2324641"/>
                </a:lnTo>
                <a:lnTo>
                  <a:pt x="81264" y="2370734"/>
                </a:lnTo>
                <a:lnTo>
                  <a:pt x="73443" y="2416959"/>
                </a:lnTo>
                <a:lnTo>
                  <a:pt x="66008" y="2463314"/>
                </a:lnTo>
                <a:lnTo>
                  <a:pt x="58959" y="2509798"/>
                </a:lnTo>
                <a:lnTo>
                  <a:pt x="52299" y="2556407"/>
                </a:lnTo>
                <a:lnTo>
                  <a:pt x="46030" y="2603142"/>
                </a:lnTo>
                <a:lnTo>
                  <a:pt x="40153" y="2650000"/>
                </a:lnTo>
                <a:lnTo>
                  <a:pt x="34669" y="2696979"/>
                </a:lnTo>
                <a:lnTo>
                  <a:pt x="29582" y="2744078"/>
                </a:lnTo>
                <a:lnTo>
                  <a:pt x="24891" y="2791295"/>
                </a:lnTo>
                <a:lnTo>
                  <a:pt x="20599" y="2838628"/>
                </a:lnTo>
                <a:lnTo>
                  <a:pt x="16708" y="2886076"/>
                </a:lnTo>
                <a:lnTo>
                  <a:pt x="13220" y="2933637"/>
                </a:lnTo>
                <a:lnTo>
                  <a:pt x="10135" y="2981309"/>
                </a:lnTo>
                <a:lnTo>
                  <a:pt x="7456" y="3029091"/>
                </a:lnTo>
                <a:lnTo>
                  <a:pt x="5185" y="3076980"/>
                </a:lnTo>
                <a:lnTo>
                  <a:pt x="3323" y="3124975"/>
                </a:lnTo>
                <a:lnTo>
                  <a:pt x="1871" y="3173075"/>
                </a:lnTo>
                <a:lnTo>
                  <a:pt x="833" y="3221278"/>
                </a:lnTo>
                <a:lnTo>
                  <a:pt x="208" y="3269581"/>
                </a:lnTo>
                <a:lnTo>
                  <a:pt x="0" y="3317984"/>
                </a:lnTo>
                <a:lnTo>
                  <a:pt x="208" y="3366387"/>
                </a:lnTo>
                <a:lnTo>
                  <a:pt x="833" y="3414690"/>
                </a:lnTo>
                <a:lnTo>
                  <a:pt x="1871" y="3462893"/>
                </a:lnTo>
                <a:lnTo>
                  <a:pt x="3323" y="3510993"/>
                </a:lnTo>
                <a:lnTo>
                  <a:pt x="5185" y="3558988"/>
                </a:lnTo>
                <a:lnTo>
                  <a:pt x="7456" y="3606877"/>
                </a:lnTo>
                <a:lnTo>
                  <a:pt x="10135" y="3654659"/>
                </a:lnTo>
                <a:lnTo>
                  <a:pt x="13220" y="3702331"/>
                </a:lnTo>
                <a:lnTo>
                  <a:pt x="16708" y="3749892"/>
                </a:lnTo>
                <a:lnTo>
                  <a:pt x="20599" y="3797340"/>
                </a:lnTo>
                <a:lnTo>
                  <a:pt x="24891" y="3844673"/>
                </a:lnTo>
                <a:lnTo>
                  <a:pt x="29582" y="3891890"/>
                </a:lnTo>
                <a:lnTo>
                  <a:pt x="34669" y="3938989"/>
                </a:lnTo>
                <a:lnTo>
                  <a:pt x="40153" y="3985968"/>
                </a:lnTo>
                <a:lnTo>
                  <a:pt x="46030" y="4032826"/>
                </a:lnTo>
                <a:lnTo>
                  <a:pt x="52299" y="4079560"/>
                </a:lnTo>
                <a:lnTo>
                  <a:pt x="58959" y="4126170"/>
                </a:lnTo>
                <a:lnTo>
                  <a:pt x="66008" y="4172654"/>
                </a:lnTo>
                <a:lnTo>
                  <a:pt x="73443" y="4219009"/>
                </a:lnTo>
                <a:lnTo>
                  <a:pt x="81264" y="4265234"/>
                </a:lnTo>
                <a:lnTo>
                  <a:pt x="89468" y="4311327"/>
                </a:lnTo>
                <a:lnTo>
                  <a:pt x="98055" y="4357287"/>
                </a:lnTo>
                <a:lnTo>
                  <a:pt x="107021" y="4403112"/>
                </a:lnTo>
                <a:lnTo>
                  <a:pt x="116366" y="4448800"/>
                </a:lnTo>
                <a:lnTo>
                  <a:pt x="126088" y="4494350"/>
                </a:lnTo>
                <a:lnTo>
                  <a:pt x="136185" y="4539760"/>
                </a:lnTo>
                <a:lnTo>
                  <a:pt x="146656" y="4585028"/>
                </a:lnTo>
                <a:lnTo>
                  <a:pt x="157498" y="4630152"/>
                </a:lnTo>
                <a:lnTo>
                  <a:pt x="168710" y="4675131"/>
                </a:lnTo>
                <a:lnTo>
                  <a:pt x="180290" y="4719963"/>
                </a:lnTo>
                <a:lnTo>
                  <a:pt x="192237" y="4764646"/>
                </a:lnTo>
                <a:lnTo>
                  <a:pt x="204549" y="4809179"/>
                </a:lnTo>
                <a:lnTo>
                  <a:pt x="217224" y="4853559"/>
                </a:lnTo>
                <a:lnTo>
                  <a:pt x="230261" y="4897786"/>
                </a:lnTo>
                <a:lnTo>
                  <a:pt x="243657" y="4941858"/>
                </a:lnTo>
                <a:lnTo>
                  <a:pt x="257412" y="4985772"/>
                </a:lnTo>
                <a:lnTo>
                  <a:pt x="271523" y="5029527"/>
                </a:lnTo>
                <a:lnTo>
                  <a:pt x="285988" y="5073122"/>
                </a:lnTo>
                <a:lnTo>
                  <a:pt x="300807" y="5116554"/>
                </a:lnTo>
                <a:lnTo>
                  <a:pt x="315976" y="5159823"/>
                </a:lnTo>
                <a:lnTo>
                  <a:pt x="331496" y="5202925"/>
                </a:lnTo>
                <a:lnTo>
                  <a:pt x="347363" y="5245861"/>
                </a:lnTo>
                <a:lnTo>
                  <a:pt x="363576" y="5288627"/>
                </a:lnTo>
                <a:lnTo>
                  <a:pt x="380134" y="5331222"/>
                </a:lnTo>
                <a:lnTo>
                  <a:pt x="397034" y="5373645"/>
                </a:lnTo>
                <a:lnTo>
                  <a:pt x="414276" y="5415893"/>
                </a:lnTo>
                <a:lnTo>
                  <a:pt x="431857" y="5457966"/>
                </a:lnTo>
                <a:lnTo>
                  <a:pt x="449776" y="5499861"/>
                </a:lnTo>
                <a:lnTo>
                  <a:pt x="468030" y="5541576"/>
                </a:lnTo>
                <a:lnTo>
                  <a:pt x="486619" y="5583110"/>
                </a:lnTo>
                <a:lnTo>
                  <a:pt x="505540" y="5624462"/>
                </a:lnTo>
                <a:lnTo>
                  <a:pt x="524793" y="5665629"/>
                </a:lnTo>
                <a:lnTo>
                  <a:pt x="544374" y="5706610"/>
                </a:lnTo>
                <a:lnTo>
                  <a:pt x="564283" y="5747404"/>
                </a:lnTo>
                <a:lnTo>
                  <a:pt x="584517" y="5788007"/>
                </a:lnTo>
                <a:lnTo>
                  <a:pt x="605076" y="5828420"/>
                </a:lnTo>
                <a:lnTo>
                  <a:pt x="625956" y="5868639"/>
                </a:lnTo>
                <a:lnTo>
                  <a:pt x="647158" y="5908664"/>
                </a:lnTo>
                <a:lnTo>
                  <a:pt x="668678" y="5948492"/>
                </a:lnTo>
                <a:lnTo>
                  <a:pt x="690516" y="5988122"/>
                </a:lnTo>
                <a:lnTo>
                  <a:pt x="712669" y="6027552"/>
                </a:lnTo>
                <a:lnTo>
                  <a:pt x="735136" y="6066781"/>
                </a:lnTo>
                <a:lnTo>
                  <a:pt x="757915" y="6105807"/>
                </a:lnTo>
                <a:lnTo>
                  <a:pt x="781004" y="6144628"/>
                </a:lnTo>
                <a:lnTo>
                  <a:pt x="804402" y="6183242"/>
                </a:lnTo>
                <a:lnTo>
                  <a:pt x="828108" y="6221648"/>
                </a:lnTo>
                <a:lnTo>
                  <a:pt x="852118" y="6259843"/>
                </a:lnTo>
                <a:lnTo>
                  <a:pt x="876432" y="6297827"/>
                </a:lnTo>
                <a:lnTo>
                  <a:pt x="901048" y="6335598"/>
                </a:lnTo>
                <a:lnTo>
                  <a:pt x="925964" y="6373154"/>
                </a:lnTo>
                <a:lnTo>
                  <a:pt x="951179" y="6410492"/>
                </a:lnTo>
                <a:lnTo>
                  <a:pt x="976690" y="6447613"/>
                </a:lnTo>
                <a:lnTo>
                  <a:pt x="1002497" y="6484512"/>
                </a:lnTo>
                <a:lnTo>
                  <a:pt x="1028596" y="6521190"/>
                </a:lnTo>
                <a:lnTo>
                  <a:pt x="1054988" y="6557645"/>
                </a:lnTo>
                <a:lnTo>
                  <a:pt x="1081670" y="6593874"/>
                </a:lnTo>
                <a:lnTo>
                  <a:pt x="1108639" y="6629876"/>
                </a:lnTo>
                <a:lnTo>
                  <a:pt x="1113282" y="6635968"/>
                </a:lnTo>
              </a:path>
            </a:pathLst>
          </a:custGeom>
          <a:ln w="516636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155" rIns="0" bIns="0" rtlCol="0" vert="horz">
            <a:spAutoFit/>
          </a:bodyPr>
          <a:lstStyle/>
          <a:p>
            <a:pPr marL="1988185">
              <a:lnSpc>
                <a:spcPct val="100000"/>
              </a:lnSpc>
              <a:spcBef>
                <a:spcPts val="135"/>
              </a:spcBef>
            </a:pPr>
            <a:r>
              <a:rPr dirty="0" sz="4750"/>
              <a:t>MODULE</a:t>
            </a:r>
            <a:r>
              <a:rPr dirty="0" sz="4750" spc="20"/>
              <a:t> </a:t>
            </a:r>
            <a:r>
              <a:rPr dirty="0" sz="4750" spc="-10"/>
              <a:t>DESCRIPTION</a:t>
            </a:r>
            <a:endParaRPr sz="4750"/>
          </a:p>
        </p:txBody>
      </p:sp>
      <p:sp>
        <p:nvSpPr>
          <p:cNvPr id="23" name="object 2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Module</a:t>
            </a:r>
            <a:r>
              <a:rPr dirty="0" spc="-50"/>
              <a:t> </a:t>
            </a:r>
            <a:r>
              <a:rPr dirty="0"/>
              <a:t>1:</a:t>
            </a:r>
            <a:r>
              <a:rPr dirty="0" spc="-30"/>
              <a:t> </a:t>
            </a:r>
            <a:r>
              <a:rPr dirty="0"/>
              <a:t>User</a:t>
            </a:r>
            <a:r>
              <a:rPr dirty="0" spc="-30"/>
              <a:t> </a:t>
            </a:r>
            <a:r>
              <a:rPr dirty="0" spc="-10"/>
              <a:t>Management</a:t>
            </a:r>
          </a:p>
          <a:p>
            <a:pPr marL="12700">
              <a:lnSpc>
                <a:spcPts val="3354"/>
              </a:lnSpc>
              <a:spcBef>
                <a:spcPts val="25"/>
              </a:spcBef>
            </a:pPr>
            <a:r>
              <a:rPr dirty="0" b="0">
                <a:latin typeface="Calibri"/>
                <a:cs typeface="Calibri"/>
              </a:rPr>
              <a:t>Handles</a:t>
            </a:r>
            <a:r>
              <a:rPr dirty="0" spc="-7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user</a:t>
            </a:r>
            <a:r>
              <a:rPr dirty="0" spc="-6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registration,</a:t>
            </a:r>
            <a:r>
              <a:rPr dirty="0" spc="-7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login,</a:t>
            </a:r>
            <a:r>
              <a:rPr dirty="0" spc="-7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and</a:t>
            </a:r>
            <a:r>
              <a:rPr dirty="0" spc="-3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profile</a:t>
            </a:r>
            <a:r>
              <a:rPr dirty="0" spc="-9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management</a:t>
            </a:r>
            <a:r>
              <a:rPr dirty="0" spc="-4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with</a:t>
            </a:r>
            <a:r>
              <a:rPr dirty="0" spc="-6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secure</a:t>
            </a:r>
            <a:r>
              <a:rPr dirty="0" spc="-9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authentication.</a:t>
            </a:r>
          </a:p>
          <a:p>
            <a:pPr marL="12700">
              <a:lnSpc>
                <a:spcPts val="3350"/>
              </a:lnSpc>
            </a:pPr>
            <a:r>
              <a:rPr dirty="0"/>
              <a:t>Module</a:t>
            </a:r>
            <a:r>
              <a:rPr dirty="0" spc="-55"/>
              <a:t> </a:t>
            </a:r>
            <a:r>
              <a:rPr dirty="0"/>
              <a:t>2:</a:t>
            </a:r>
            <a:r>
              <a:rPr dirty="0" spc="-40"/>
              <a:t> </a:t>
            </a:r>
            <a:r>
              <a:rPr dirty="0"/>
              <a:t>Core</a:t>
            </a:r>
            <a:r>
              <a:rPr dirty="0" spc="-30"/>
              <a:t> </a:t>
            </a:r>
            <a:r>
              <a:rPr dirty="0" spc="-10"/>
              <a:t>Processing</a:t>
            </a:r>
          </a:p>
          <a:p>
            <a:pPr marL="12700">
              <a:lnSpc>
                <a:spcPts val="3354"/>
              </a:lnSpc>
            </a:pPr>
            <a:r>
              <a:rPr dirty="0" b="0">
                <a:latin typeface="Calibri"/>
                <a:cs typeface="Calibri"/>
              </a:rPr>
              <a:t>Allows</a:t>
            </a:r>
            <a:r>
              <a:rPr dirty="0" spc="-7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Users</a:t>
            </a:r>
            <a:r>
              <a:rPr dirty="0" spc="-7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to</a:t>
            </a:r>
            <a:r>
              <a:rPr dirty="0" spc="-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add,edit,delete,and</a:t>
            </a:r>
            <a:r>
              <a:rPr dirty="0" spc="-55" b="0">
                <a:latin typeface="Calibri"/>
                <a:cs typeface="Calibri"/>
              </a:rPr>
              <a:t> </a:t>
            </a:r>
            <a:r>
              <a:rPr dirty="0" spc="-20" b="0">
                <a:latin typeface="Calibri"/>
                <a:cs typeface="Calibri"/>
              </a:rPr>
              <a:t>categorize</a:t>
            </a:r>
            <a:r>
              <a:rPr dirty="0" spc="-4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expenses.</a:t>
            </a:r>
          </a:p>
          <a:p>
            <a:pPr marL="12700">
              <a:lnSpc>
                <a:spcPts val="3354"/>
              </a:lnSpc>
              <a:spcBef>
                <a:spcPts val="25"/>
              </a:spcBef>
            </a:pPr>
            <a:r>
              <a:rPr dirty="0"/>
              <a:t>Module</a:t>
            </a:r>
            <a:r>
              <a:rPr dirty="0" spc="-60"/>
              <a:t> </a:t>
            </a:r>
            <a:r>
              <a:rPr dirty="0"/>
              <a:t>3:</a:t>
            </a:r>
            <a:r>
              <a:rPr dirty="0" spc="-40"/>
              <a:t> </a:t>
            </a:r>
            <a:r>
              <a:rPr dirty="0"/>
              <a:t>Database</a:t>
            </a:r>
            <a:r>
              <a:rPr dirty="0" spc="-75"/>
              <a:t> </a:t>
            </a:r>
            <a:r>
              <a:rPr dirty="0" spc="-10"/>
              <a:t>Management</a:t>
            </a:r>
          </a:p>
          <a:p>
            <a:pPr marL="12700">
              <a:lnSpc>
                <a:spcPts val="3350"/>
              </a:lnSpc>
            </a:pPr>
            <a:r>
              <a:rPr dirty="0" b="0">
                <a:latin typeface="Calibri"/>
                <a:cs typeface="Calibri"/>
              </a:rPr>
              <a:t>Stores</a:t>
            </a:r>
            <a:r>
              <a:rPr dirty="0" spc="-4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and</a:t>
            </a:r>
            <a:r>
              <a:rPr dirty="0" spc="-3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retrieves</a:t>
            </a:r>
            <a:r>
              <a:rPr dirty="0" spc="-11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user</a:t>
            </a:r>
            <a:r>
              <a:rPr dirty="0" spc="-6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and</a:t>
            </a:r>
            <a:r>
              <a:rPr dirty="0" spc="-3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expense</a:t>
            </a:r>
            <a:r>
              <a:rPr dirty="0" spc="-12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data</a:t>
            </a:r>
            <a:r>
              <a:rPr dirty="0" spc="-4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efficiently.</a:t>
            </a:r>
          </a:p>
          <a:p>
            <a:pPr marL="12700">
              <a:lnSpc>
                <a:spcPts val="3354"/>
              </a:lnSpc>
            </a:pPr>
            <a:r>
              <a:rPr dirty="0"/>
              <a:t>Module</a:t>
            </a:r>
            <a:r>
              <a:rPr dirty="0" spc="-55"/>
              <a:t> </a:t>
            </a:r>
            <a:r>
              <a:rPr dirty="0"/>
              <a:t>4:</a:t>
            </a:r>
            <a:r>
              <a:rPr dirty="0" spc="-30"/>
              <a:t> </a:t>
            </a:r>
            <a:r>
              <a:rPr dirty="0"/>
              <a:t>Reporting</a:t>
            </a:r>
            <a:r>
              <a:rPr dirty="0" spc="-75"/>
              <a:t> </a:t>
            </a:r>
            <a:r>
              <a:rPr dirty="0"/>
              <a:t>&amp;</a:t>
            </a:r>
            <a:r>
              <a:rPr dirty="0" spc="-10"/>
              <a:t> Analytics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3249930" algn="l"/>
              </a:tabLst>
            </a:pPr>
            <a:r>
              <a:rPr dirty="0" spc="-10" b="0">
                <a:latin typeface="Calibri"/>
                <a:cs typeface="Calibri"/>
              </a:rPr>
              <a:t>Generates</a:t>
            </a:r>
            <a:r>
              <a:rPr dirty="0" spc="-7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charts</a:t>
            </a:r>
            <a:r>
              <a:rPr dirty="0" spc="-70" b="0">
                <a:latin typeface="Calibri"/>
                <a:cs typeface="Calibri"/>
              </a:rPr>
              <a:t> </a:t>
            </a:r>
            <a:r>
              <a:rPr dirty="0" spc="-25" b="0">
                <a:latin typeface="Calibri"/>
                <a:cs typeface="Calibri"/>
              </a:rPr>
              <a:t>and</a:t>
            </a:r>
            <a:r>
              <a:rPr dirty="0" b="0">
                <a:latin typeface="Calibri"/>
                <a:cs typeface="Calibri"/>
              </a:rPr>
              <a:t>	insightsto</a:t>
            </a:r>
            <a:r>
              <a:rPr dirty="0" spc="-13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analyze</a:t>
            </a:r>
            <a:r>
              <a:rPr dirty="0" spc="-7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spending</a:t>
            </a:r>
            <a:r>
              <a:rPr dirty="0" spc="-13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patterns.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6091" y="66522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78408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78408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78408" y="39822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78408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78408" y="53172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78408" y="4649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78408" y="59847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19327" y="2094992"/>
            <a:ext cx="219075" cy="5217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9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48260">
              <a:lnSpc>
                <a:spcPct val="100000"/>
              </a:lnSpc>
              <a:spcBef>
                <a:spcPts val="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  <a:spcBef>
                <a:spcPts val="5"/>
              </a:spcBef>
            </a:pPr>
            <a:r>
              <a:rPr dirty="0" sz="1700" spc="1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</a:pPr>
            <a:r>
              <a:rPr dirty="0" sz="1700" spc="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8260">
              <a:lnSpc>
                <a:spcPct val="100000"/>
              </a:lnSpc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400" spc="-50" b="1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78408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50721" y="7876158"/>
            <a:ext cx="16446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7744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17174717" y="2003823"/>
            <a:ext cx="1113790" cy="6636384"/>
          </a:xfrm>
          <a:custGeom>
            <a:avLst/>
            <a:gdLst/>
            <a:ahLst/>
            <a:cxnLst/>
            <a:rect l="l" t="t" r="r" b="b"/>
            <a:pathLst>
              <a:path w="1113790" h="6636384">
                <a:moveTo>
                  <a:pt x="1113282" y="0"/>
                </a:moveTo>
                <a:lnTo>
                  <a:pt x="1081670" y="42094"/>
                </a:lnTo>
                <a:lnTo>
                  <a:pt x="1054988" y="78323"/>
                </a:lnTo>
                <a:lnTo>
                  <a:pt x="1028596" y="114777"/>
                </a:lnTo>
                <a:lnTo>
                  <a:pt x="1002497" y="151455"/>
                </a:lnTo>
                <a:lnTo>
                  <a:pt x="976690" y="188355"/>
                </a:lnTo>
                <a:lnTo>
                  <a:pt x="951179" y="225475"/>
                </a:lnTo>
                <a:lnTo>
                  <a:pt x="925964" y="262814"/>
                </a:lnTo>
                <a:lnTo>
                  <a:pt x="901048" y="300370"/>
                </a:lnTo>
                <a:lnTo>
                  <a:pt x="876432" y="338140"/>
                </a:lnTo>
                <a:lnTo>
                  <a:pt x="852118" y="376124"/>
                </a:lnTo>
                <a:lnTo>
                  <a:pt x="828108" y="414320"/>
                </a:lnTo>
                <a:lnTo>
                  <a:pt x="804402" y="452726"/>
                </a:lnTo>
                <a:lnTo>
                  <a:pt x="781004" y="491340"/>
                </a:lnTo>
                <a:lnTo>
                  <a:pt x="757915" y="530161"/>
                </a:lnTo>
                <a:lnTo>
                  <a:pt x="735136" y="569187"/>
                </a:lnTo>
                <a:lnTo>
                  <a:pt x="712669" y="608415"/>
                </a:lnTo>
                <a:lnTo>
                  <a:pt x="690516" y="647846"/>
                </a:lnTo>
                <a:lnTo>
                  <a:pt x="668678" y="687476"/>
                </a:lnTo>
                <a:lnTo>
                  <a:pt x="647158" y="727304"/>
                </a:lnTo>
                <a:lnTo>
                  <a:pt x="625956" y="767329"/>
                </a:lnTo>
                <a:lnTo>
                  <a:pt x="605076" y="807548"/>
                </a:lnTo>
                <a:lnTo>
                  <a:pt x="584517" y="847961"/>
                </a:lnTo>
                <a:lnTo>
                  <a:pt x="564283" y="888564"/>
                </a:lnTo>
                <a:lnTo>
                  <a:pt x="544374" y="929357"/>
                </a:lnTo>
                <a:lnTo>
                  <a:pt x="524793" y="970338"/>
                </a:lnTo>
                <a:lnTo>
                  <a:pt x="505540" y="1011506"/>
                </a:lnTo>
                <a:lnTo>
                  <a:pt x="486619" y="1052857"/>
                </a:lnTo>
                <a:lnTo>
                  <a:pt x="468030" y="1094392"/>
                </a:lnTo>
                <a:lnTo>
                  <a:pt x="449776" y="1136107"/>
                </a:lnTo>
                <a:lnTo>
                  <a:pt x="431857" y="1178002"/>
                </a:lnTo>
                <a:lnTo>
                  <a:pt x="414276" y="1220075"/>
                </a:lnTo>
                <a:lnTo>
                  <a:pt x="397034" y="1262323"/>
                </a:lnTo>
                <a:lnTo>
                  <a:pt x="380134" y="1304746"/>
                </a:lnTo>
                <a:lnTo>
                  <a:pt x="363576" y="1347341"/>
                </a:lnTo>
                <a:lnTo>
                  <a:pt x="347363" y="1390107"/>
                </a:lnTo>
                <a:lnTo>
                  <a:pt x="331496" y="1433042"/>
                </a:lnTo>
                <a:lnTo>
                  <a:pt x="315976" y="1476145"/>
                </a:lnTo>
                <a:lnTo>
                  <a:pt x="300807" y="1519413"/>
                </a:lnTo>
                <a:lnTo>
                  <a:pt x="285988" y="1562846"/>
                </a:lnTo>
                <a:lnTo>
                  <a:pt x="271523" y="1606440"/>
                </a:lnTo>
                <a:lnTo>
                  <a:pt x="257412" y="1650196"/>
                </a:lnTo>
                <a:lnTo>
                  <a:pt x="243657" y="1694110"/>
                </a:lnTo>
                <a:lnTo>
                  <a:pt x="230261" y="1738181"/>
                </a:lnTo>
                <a:lnTo>
                  <a:pt x="217224" y="1782408"/>
                </a:lnTo>
                <a:lnTo>
                  <a:pt x="204549" y="1826789"/>
                </a:lnTo>
                <a:lnTo>
                  <a:pt x="192237" y="1871322"/>
                </a:lnTo>
                <a:lnTo>
                  <a:pt x="180290" y="1916005"/>
                </a:lnTo>
                <a:lnTo>
                  <a:pt x="168710" y="1960837"/>
                </a:lnTo>
                <a:lnTo>
                  <a:pt x="157498" y="2005816"/>
                </a:lnTo>
                <a:lnTo>
                  <a:pt x="146656" y="2050940"/>
                </a:lnTo>
                <a:lnTo>
                  <a:pt x="136185" y="2096208"/>
                </a:lnTo>
                <a:lnTo>
                  <a:pt x="126088" y="2141617"/>
                </a:lnTo>
                <a:lnTo>
                  <a:pt x="116366" y="2187167"/>
                </a:lnTo>
                <a:lnTo>
                  <a:pt x="107021" y="2232856"/>
                </a:lnTo>
                <a:lnTo>
                  <a:pt x="98055" y="2278681"/>
                </a:lnTo>
                <a:lnTo>
                  <a:pt x="89468" y="2324641"/>
                </a:lnTo>
                <a:lnTo>
                  <a:pt x="81264" y="2370734"/>
                </a:lnTo>
                <a:lnTo>
                  <a:pt x="73443" y="2416959"/>
                </a:lnTo>
                <a:lnTo>
                  <a:pt x="66008" y="2463314"/>
                </a:lnTo>
                <a:lnTo>
                  <a:pt x="58959" y="2509798"/>
                </a:lnTo>
                <a:lnTo>
                  <a:pt x="52299" y="2556407"/>
                </a:lnTo>
                <a:lnTo>
                  <a:pt x="46030" y="2603142"/>
                </a:lnTo>
                <a:lnTo>
                  <a:pt x="40153" y="2650000"/>
                </a:lnTo>
                <a:lnTo>
                  <a:pt x="34669" y="2696979"/>
                </a:lnTo>
                <a:lnTo>
                  <a:pt x="29582" y="2744078"/>
                </a:lnTo>
                <a:lnTo>
                  <a:pt x="24891" y="2791295"/>
                </a:lnTo>
                <a:lnTo>
                  <a:pt x="20599" y="2838628"/>
                </a:lnTo>
                <a:lnTo>
                  <a:pt x="16708" y="2886076"/>
                </a:lnTo>
                <a:lnTo>
                  <a:pt x="13220" y="2933637"/>
                </a:lnTo>
                <a:lnTo>
                  <a:pt x="10135" y="2981309"/>
                </a:lnTo>
                <a:lnTo>
                  <a:pt x="7456" y="3029091"/>
                </a:lnTo>
                <a:lnTo>
                  <a:pt x="5185" y="3076980"/>
                </a:lnTo>
                <a:lnTo>
                  <a:pt x="3323" y="3124975"/>
                </a:lnTo>
                <a:lnTo>
                  <a:pt x="1871" y="3173075"/>
                </a:lnTo>
                <a:lnTo>
                  <a:pt x="833" y="3221278"/>
                </a:lnTo>
                <a:lnTo>
                  <a:pt x="208" y="3269581"/>
                </a:lnTo>
                <a:lnTo>
                  <a:pt x="0" y="3317984"/>
                </a:lnTo>
                <a:lnTo>
                  <a:pt x="208" y="3366387"/>
                </a:lnTo>
                <a:lnTo>
                  <a:pt x="833" y="3414690"/>
                </a:lnTo>
                <a:lnTo>
                  <a:pt x="1871" y="3462893"/>
                </a:lnTo>
                <a:lnTo>
                  <a:pt x="3323" y="3510993"/>
                </a:lnTo>
                <a:lnTo>
                  <a:pt x="5185" y="3558988"/>
                </a:lnTo>
                <a:lnTo>
                  <a:pt x="7456" y="3606877"/>
                </a:lnTo>
                <a:lnTo>
                  <a:pt x="10135" y="3654659"/>
                </a:lnTo>
                <a:lnTo>
                  <a:pt x="13220" y="3702331"/>
                </a:lnTo>
                <a:lnTo>
                  <a:pt x="16708" y="3749892"/>
                </a:lnTo>
                <a:lnTo>
                  <a:pt x="20599" y="3797340"/>
                </a:lnTo>
                <a:lnTo>
                  <a:pt x="24891" y="3844673"/>
                </a:lnTo>
                <a:lnTo>
                  <a:pt x="29582" y="3891890"/>
                </a:lnTo>
                <a:lnTo>
                  <a:pt x="34669" y="3938989"/>
                </a:lnTo>
                <a:lnTo>
                  <a:pt x="40153" y="3985968"/>
                </a:lnTo>
                <a:lnTo>
                  <a:pt x="46030" y="4032826"/>
                </a:lnTo>
                <a:lnTo>
                  <a:pt x="52299" y="4079560"/>
                </a:lnTo>
                <a:lnTo>
                  <a:pt x="58959" y="4126170"/>
                </a:lnTo>
                <a:lnTo>
                  <a:pt x="66008" y="4172654"/>
                </a:lnTo>
                <a:lnTo>
                  <a:pt x="73443" y="4219009"/>
                </a:lnTo>
                <a:lnTo>
                  <a:pt x="81264" y="4265234"/>
                </a:lnTo>
                <a:lnTo>
                  <a:pt x="89468" y="4311327"/>
                </a:lnTo>
                <a:lnTo>
                  <a:pt x="98055" y="4357287"/>
                </a:lnTo>
                <a:lnTo>
                  <a:pt x="107021" y="4403112"/>
                </a:lnTo>
                <a:lnTo>
                  <a:pt x="116366" y="4448800"/>
                </a:lnTo>
                <a:lnTo>
                  <a:pt x="126088" y="4494350"/>
                </a:lnTo>
                <a:lnTo>
                  <a:pt x="136185" y="4539760"/>
                </a:lnTo>
                <a:lnTo>
                  <a:pt x="146656" y="4585028"/>
                </a:lnTo>
                <a:lnTo>
                  <a:pt x="157498" y="4630152"/>
                </a:lnTo>
                <a:lnTo>
                  <a:pt x="168710" y="4675131"/>
                </a:lnTo>
                <a:lnTo>
                  <a:pt x="180290" y="4719963"/>
                </a:lnTo>
                <a:lnTo>
                  <a:pt x="192237" y="4764646"/>
                </a:lnTo>
                <a:lnTo>
                  <a:pt x="204549" y="4809179"/>
                </a:lnTo>
                <a:lnTo>
                  <a:pt x="217224" y="4853559"/>
                </a:lnTo>
                <a:lnTo>
                  <a:pt x="230261" y="4897786"/>
                </a:lnTo>
                <a:lnTo>
                  <a:pt x="243657" y="4941858"/>
                </a:lnTo>
                <a:lnTo>
                  <a:pt x="257412" y="4985772"/>
                </a:lnTo>
                <a:lnTo>
                  <a:pt x="271523" y="5029527"/>
                </a:lnTo>
                <a:lnTo>
                  <a:pt x="285988" y="5073122"/>
                </a:lnTo>
                <a:lnTo>
                  <a:pt x="300807" y="5116554"/>
                </a:lnTo>
                <a:lnTo>
                  <a:pt x="315976" y="5159823"/>
                </a:lnTo>
                <a:lnTo>
                  <a:pt x="331496" y="5202925"/>
                </a:lnTo>
                <a:lnTo>
                  <a:pt x="347363" y="5245861"/>
                </a:lnTo>
                <a:lnTo>
                  <a:pt x="363576" y="5288627"/>
                </a:lnTo>
                <a:lnTo>
                  <a:pt x="380134" y="5331222"/>
                </a:lnTo>
                <a:lnTo>
                  <a:pt x="397034" y="5373645"/>
                </a:lnTo>
                <a:lnTo>
                  <a:pt x="414276" y="5415893"/>
                </a:lnTo>
                <a:lnTo>
                  <a:pt x="431857" y="5457966"/>
                </a:lnTo>
                <a:lnTo>
                  <a:pt x="449776" y="5499861"/>
                </a:lnTo>
                <a:lnTo>
                  <a:pt x="468030" y="5541576"/>
                </a:lnTo>
                <a:lnTo>
                  <a:pt x="486619" y="5583110"/>
                </a:lnTo>
                <a:lnTo>
                  <a:pt x="505540" y="5624462"/>
                </a:lnTo>
                <a:lnTo>
                  <a:pt x="524793" y="5665629"/>
                </a:lnTo>
                <a:lnTo>
                  <a:pt x="544374" y="5706610"/>
                </a:lnTo>
                <a:lnTo>
                  <a:pt x="564283" y="5747404"/>
                </a:lnTo>
                <a:lnTo>
                  <a:pt x="584517" y="5788007"/>
                </a:lnTo>
                <a:lnTo>
                  <a:pt x="605076" y="5828420"/>
                </a:lnTo>
                <a:lnTo>
                  <a:pt x="625956" y="5868639"/>
                </a:lnTo>
                <a:lnTo>
                  <a:pt x="647158" y="5908664"/>
                </a:lnTo>
                <a:lnTo>
                  <a:pt x="668678" y="5948492"/>
                </a:lnTo>
                <a:lnTo>
                  <a:pt x="690516" y="5988122"/>
                </a:lnTo>
                <a:lnTo>
                  <a:pt x="712669" y="6027552"/>
                </a:lnTo>
                <a:lnTo>
                  <a:pt x="735136" y="6066781"/>
                </a:lnTo>
                <a:lnTo>
                  <a:pt x="757915" y="6105807"/>
                </a:lnTo>
                <a:lnTo>
                  <a:pt x="781004" y="6144628"/>
                </a:lnTo>
                <a:lnTo>
                  <a:pt x="804402" y="6183242"/>
                </a:lnTo>
                <a:lnTo>
                  <a:pt x="828108" y="6221648"/>
                </a:lnTo>
                <a:lnTo>
                  <a:pt x="852118" y="6259843"/>
                </a:lnTo>
                <a:lnTo>
                  <a:pt x="876432" y="6297827"/>
                </a:lnTo>
                <a:lnTo>
                  <a:pt x="901048" y="6335598"/>
                </a:lnTo>
                <a:lnTo>
                  <a:pt x="925964" y="6373154"/>
                </a:lnTo>
                <a:lnTo>
                  <a:pt x="951179" y="6410492"/>
                </a:lnTo>
                <a:lnTo>
                  <a:pt x="976690" y="6447613"/>
                </a:lnTo>
                <a:lnTo>
                  <a:pt x="1002497" y="6484512"/>
                </a:lnTo>
                <a:lnTo>
                  <a:pt x="1028596" y="6521190"/>
                </a:lnTo>
                <a:lnTo>
                  <a:pt x="1054988" y="6557645"/>
                </a:lnTo>
                <a:lnTo>
                  <a:pt x="1081670" y="6593874"/>
                </a:lnTo>
                <a:lnTo>
                  <a:pt x="1108639" y="6629876"/>
                </a:lnTo>
                <a:lnTo>
                  <a:pt x="1113282" y="6635968"/>
                </a:lnTo>
              </a:path>
            </a:pathLst>
          </a:custGeom>
          <a:ln w="516636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0744" rIns="0" bIns="0" rtlCol="0" vert="horz">
            <a:spAutoFit/>
          </a:bodyPr>
          <a:lstStyle/>
          <a:p>
            <a:pPr marL="398145">
              <a:lnSpc>
                <a:spcPct val="100000"/>
              </a:lnSpc>
              <a:spcBef>
                <a:spcPts val="90"/>
              </a:spcBef>
            </a:pPr>
            <a:r>
              <a:rPr dirty="0" spc="-65"/>
              <a:t>IMPLEMENTATION</a:t>
            </a:r>
            <a:r>
              <a:rPr dirty="0" spc="-190"/>
              <a:t> </a:t>
            </a:r>
            <a:r>
              <a:rPr dirty="0" spc="-10"/>
              <a:t>SCREENSHOTS</a:t>
            </a:r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6976" y="1691639"/>
            <a:ext cx="11814047" cy="5916167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2060575" y="8050733"/>
            <a:ext cx="14795500" cy="879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2800" b="1">
                <a:latin typeface="Calibri"/>
                <a:cs typeface="Calibri"/>
              </a:rPr>
              <a:t>Home</a:t>
            </a:r>
            <a:r>
              <a:rPr dirty="0" sz="2800" spc="3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Page:</a:t>
            </a:r>
            <a:r>
              <a:rPr dirty="0" sz="2800" spc="6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home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page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TrackWise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system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where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users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register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 </a:t>
            </a:r>
            <a:r>
              <a:rPr dirty="0" sz="2800" spc="-10">
                <a:latin typeface="Calibri"/>
                <a:cs typeface="Calibri"/>
              </a:rPr>
              <a:t>entering </a:t>
            </a:r>
            <a:r>
              <a:rPr dirty="0" sz="2800">
                <a:latin typeface="Calibri"/>
                <a:cs typeface="Calibri"/>
              </a:rPr>
              <a:t>their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details.It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provides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access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platform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first-</a:t>
            </a: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account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6091" y="66522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78408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78408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78408" y="39822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78408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78408" y="53172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78408" y="4649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78408" y="59847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867562" y="2094992"/>
            <a:ext cx="730885" cy="5217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700" spc="1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700" spc="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2400" spc="-20" b="1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78408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50721" y="7876158"/>
            <a:ext cx="16446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7744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17174717" y="2003823"/>
            <a:ext cx="1113790" cy="6636384"/>
          </a:xfrm>
          <a:custGeom>
            <a:avLst/>
            <a:gdLst/>
            <a:ahLst/>
            <a:cxnLst/>
            <a:rect l="l" t="t" r="r" b="b"/>
            <a:pathLst>
              <a:path w="1113790" h="6636384">
                <a:moveTo>
                  <a:pt x="1113282" y="0"/>
                </a:moveTo>
                <a:lnTo>
                  <a:pt x="1081670" y="42094"/>
                </a:lnTo>
                <a:lnTo>
                  <a:pt x="1054988" y="78323"/>
                </a:lnTo>
                <a:lnTo>
                  <a:pt x="1028596" y="114777"/>
                </a:lnTo>
                <a:lnTo>
                  <a:pt x="1002497" y="151455"/>
                </a:lnTo>
                <a:lnTo>
                  <a:pt x="976690" y="188355"/>
                </a:lnTo>
                <a:lnTo>
                  <a:pt x="951179" y="225475"/>
                </a:lnTo>
                <a:lnTo>
                  <a:pt x="925964" y="262814"/>
                </a:lnTo>
                <a:lnTo>
                  <a:pt x="901048" y="300370"/>
                </a:lnTo>
                <a:lnTo>
                  <a:pt x="876432" y="338140"/>
                </a:lnTo>
                <a:lnTo>
                  <a:pt x="852118" y="376124"/>
                </a:lnTo>
                <a:lnTo>
                  <a:pt x="828108" y="414320"/>
                </a:lnTo>
                <a:lnTo>
                  <a:pt x="804402" y="452726"/>
                </a:lnTo>
                <a:lnTo>
                  <a:pt x="781004" y="491340"/>
                </a:lnTo>
                <a:lnTo>
                  <a:pt x="757915" y="530161"/>
                </a:lnTo>
                <a:lnTo>
                  <a:pt x="735136" y="569187"/>
                </a:lnTo>
                <a:lnTo>
                  <a:pt x="712669" y="608415"/>
                </a:lnTo>
                <a:lnTo>
                  <a:pt x="690516" y="647846"/>
                </a:lnTo>
                <a:lnTo>
                  <a:pt x="668678" y="687476"/>
                </a:lnTo>
                <a:lnTo>
                  <a:pt x="647158" y="727304"/>
                </a:lnTo>
                <a:lnTo>
                  <a:pt x="625956" y="767329"/>
                </a:lnTo>
                <a:lnTo>
                  <a:pt x="605076" y="807548"/>
                </a:lnTo>
                <a:lnTo>
                  <a:pt x="584517" y="847961"/>
                </a:lnTo>
                <a:lnTo>
                  <a:pt x="564283" y="888564"/>
                </a:lnTo>
                <a:lnTo>
                  <a:pt x="544374" y="929357"/>
                </a:lnTo>
                <a:lnTo>
                  <a:pt x="524793" y="970338"/>
                </a:lnTo>
                <a:lnTo>
                  <a:pt x="505540" y="1011506"/>
                </a:lnTo>
                <a:lnTo>
                  <a:pt x="486619" y="1052857"/>
                </a:lnTo>
                <a:lnTo>
                  <a:pt x="468030" y="1094392"/>
                </a:lnTo>
                <a:lnTo>
                  <a:pt x="449776" y="1136107"/>
                </a:lnTo>
                <a:lnTo>
                  <a:pt x="431857" y="1178002"/>
                </a:lnTo>
                <a:lnTo>
                  <a:pt x="414276" y="1220075"/>
                </a:lnTo>
                <a:lnTo>
                  <a:pt x="397034" y="1262323"/>
                </a:lnTo>
                <a:lnTo>
                  <a:pt x="380134" y="1304746"/>
                </a:lnTo>
                <a:lnTo>
                  <a:pt x="363576" y="1347341"/>
                </a:lnTo>
                <a:lnTo>
                  <a:pt x="347363" y="1390107"/>
                </a:lnTo>
                <a:lnTo>
                  <a:pt x="331496" y="1433042"/>
                </a:lnTo>
                <a:lnTo>
                  <a:pt x="315976" y="1476145"/>
                </a:lnTo>
                <a:lnTo>
                  <a:pt x="300807" y="1519413"/>
                </a:lnTo>
                <a:lnTo>
                  <a:pt x="285988" y="1562846"/>
                </a:lnTo>
                <a:lnTo>
                  <a:pt x="271523" y="1606440"/>
                </a:lnTo>
                <a:lnTo>
                  <a:pt x="257412" y="1650196"/>
                </a:lnTo>
                <a:lnTo>
                  <a:pt x="243657" y="1694110"/>
                </a:lnTo>
                <a:lnTo>
                  <a:pt x="230261" y="1738181"/>
                </a:lnTo>
                <a:lnTo>
                  <a:pt x="217224" y="1782408"/>
                </a:lnTo>
                <a:lnTo>
                  <a:pt x="204549" y="1826789"/>
                </a:lnTo>
                <a:lnTo>
                  <a:pt x="192237" y="1871322"/>
                </a:lnTo>
                <a:lnTo>
                  <a:pt x="180290" y="1916005"/>
                </a:lnTo>
                <a:lnTo>
                  <a:pt x="168710" y="1960837"/>
                </a:lnTo>
                <a:lnTo>
                  <a:pt x="157498" y="2005816"/>
                </a:lnTo>
                <a:lnTo>
                  <a:pt x="146656" y="2050940"/>
                </a:lnTo>
                <a:lnTo>
                  <a:pt x="136185" y="2096208"/>
                </a:lnTo>
                <a:lnTo>
                  <a:pt x="126088" y="2141617"/>
                </a:lnTo>
                <a:lnTo>
                  <a:pt x="116366" y="2187167"/>
                </a:lnTo>
                <a:lnTo>
                  <a:pt x="107021" y="2232856"/>
                </a:lnTo>
                <a:lnTo>
                  <a:pt x="98055" y="2278681"/>
                </a:lnTo>
                <a:lnTo>
                  <a:pt x="89468" y="2324641"/>
                </a:lnTo>
                <a:lnTo>
                  <a:pt x="81264" y="2370734"/>
                </a:lnTo>
                <a:lnTo>
                  <a:pt x="73443" y="2416959"/>
                </a:lnTo>
                <a:lnTo>
                  <a:pt x="66008" y="2463314"/>
                </a:lnTo>
                <a:lnTo>
                  <a:pt x="58959" y="2509798"/>
                </a:lnTo>
                <a:lnTo>
                  <a:pt x="52299" y="2556407"/>
                </a:lnTo>
                <a:lnTo>
                  <a:pt x="46030" y="2603142"/>
                </a:lnTo>
                <a:lnTo>
                  <a:pt x="40153" y="2650000"/>
                </a:lnTo>
                <a:lnTo>
                  <a:pt x="34669" y="2696979"/>
                </a:lnTo>
                <a:lnTo>
                  <a:pt x="29582" y="2744078"/>
                </a:lnTo>
                <a:lnTo>
                  <a:pt x="24891" y="2791295"/>
                </a:lnTo>
                <a:lnTo>
                  <a:pt x="20599" y="2838628"/>
                </a:lnTo>
                <a:lnTo>
                  <a:pt x="16708" y="2886076"/>
                </a:lnTo>
                <a:lnTo>
                  <a:pt x="13220" y="2933637"/>
                </a:lnTo>
                <a:lnTo>
                  <a:pt x="10135" y="2981309"/>
                </a:lnTo>
                <a:lnTo>
                  <a:pt x="7456" y="3029091"/>
                </a:lnTo>
                <a:lnTo>
                  <a:pt x="5185" y="3076980"/>
                </a:lnTo>
                <a:lnTo>
                  <a:pt x="3323" y="3124975"/>
                </a:lnTo>
                <a:lnTo>
                  <a:pt x="1871" y="3173075"/>
                </a:lnTo>
                <a:lnTo>
                  <a:pt x="833" y="3221278"/>
                </a:lnTo>
                <a:lnTo>
                  <a:pt x="208" y="3269581"/>
                </a:lnTo>
                <a:lnTo>
                  <a:pt x="0" y="3317984"/>
                </a:lnTo>
                <a:lnTo>
                  <a:pt x="208" y="3366387"/>
                </a:lnTo>
                <a:lnTo>
                  <a:pt x="833" y="3414690"/>
                </a:lnTo>
                <a:lnTo>
                  <a:pt x="1871" y="3462893"/>
                </a:lnTo>
                <a:lnTo>
                  <a:pt x="3323" y="3510993"/>
                </a:lnTo>
                <a:lnTo>
                  <a:pt x="5185" y="3558988"/>
                </a:lnTo>
                <a:lnTo>
                  <a:pt x="7456" y="3606877"/>
                </a:lnTo>
                <a:lnTo>
                  <a:pt x="10135" y="3654659"/>
                </a:lnTo>
                <a:lnTo>
                  <a:pt x="13220" y="3702331"/>
                </a:lnTo>
                <a:lnTo>
                  <a:pt x="16708" y="3749892"/>
                </a:lnTo>
                <a:lnTo>
                  <a:pt x="20599" y="3797340"/>
                </a:lnTo>
                <a:lnTo>
                  <a:pt x="24891" y="3844673"/>
                </a:lnTo>
                <a:lnTo>
                  <a:pt x="29582" y="3891890"/>
                </a:lnTo>
                <a:lnTo>
                  <a:pt x="34669" y="3938989"/>
                </a:lnTo>
                <a:lnTo>
                  <a:pt x="40153" y="3985968"/>
                </a:lnTo>
                <a:lnTo>
                  <a:pt x="46030" y="4032826"/>
                </a:lnTo>
                <a:lnTo>
                  <a:pt x="52299" y="4079560"/>
                </a:lnTo>
                <a:lnTo>
                  <a:pt x="58959" y="4126170"/>
                </a:lnTo>
                <a:lnTo>
                  <a:pt x="66008" y="4172654"/>
                </a:lnTo>
                <a:lnTo>
                  <a:pt x="73443" y="4219009"/>
                </a:lnTo>
                <a:lnTo>
                  <a:pt x="81264" y="4265234"/>
                </a:lnTo>
                <a:lnTo>
                  <a:pt x="89468" y="4311327"/>
                </a:lnTo>
                <a:lnTo>
                  <a:pt x="98055" y="4357287"/>
                </a:lnTo>
                <a:lnTo>
                  <a:pt x="107021" y="4403112"/>
                </a:lnTo>
                <a:lnTo>
                  <a:pt x="116366" y="4448800"/>
                </a:lnTo>
                <a:lnTo>
                  <a:pt x="126088" y="4494350"/>
                </a:lnTo>
                <a:lnTo>
                  <a:pt x="136185" y="4539760"/>
                </a:lnTo>
                <a:lnTo>
                  <a:pt x="146656" y="4585028"/>
                </a:lnTo>
                <a:lnTo>
                  <a:pt x="157498" y="4630152"/>
                </a:lnTo>
                <a:lnTo>
                  <a:pt x="168710" y="4675131"/>
                </a:lnTo>
                <a:lnTo>
                  <a:pt x="180290" y="4719963"/>
                </a:lnTo>
                <a:lnTo>
                  <a:pt x="192237" y="4764646"/>
                </a:lnTo>
                <a:lnTo>
                  <a:pt x="204549" y="4809179"/>
                </a:lnTo>
                <a:lnTo>
                  <a:pt x="217224" y="4853559"/>
                </a:lnTo>
                <a:lnTo>
                  <a:pt x="230261" y="4897786"/>
                </a:lnTo>
                <a:lnTo>
                  <a:pt x="243657" y="4941858"/>
                </a:lnTo>
                <a:lnTo>
                  <a:pt x="257412" y="4985772"/>
                </a:lnTo>
                <a:lnTo>
                  <a:pt x="271523" y="5029527"/>
                </a:lnTo>
                <a:lnTo>
                  <a:pt x="285988" y="5073122"/>
                </a:lnTo>
                <a:lnTo>
                  <a:pt x="300807" y="5116554"/>
                </a:lnTo>
                <a:lnTo>
                  <a:pt x="315976" y="5159823"/>
                </a:lnTo>
                <a:lnTo>
                  <a:pt x="331496" y="5202925"/>
                </a:lnTo>
                <a:lnTo>
                  <a:pt x="347363" y="5245861"/>
                </a:lnTo>
                <a:lnTo>
                  <a:pt x="363576" y="5288627"/>
                </a:lnTo>
                <a:lnTo>
                  <a:pt x="380134" y="5331222"/>
                </a:lnTo>
                <a:lnTo>
                  <a:pt x="397034" y="5373645"/>
                </a:lnTo>
                <a:lnTo>
                  <a:pt x="414276" y="5415893"/>
                </a:lnTo>
                <a:lnTo>
                  <a:pt x="431857" y="5457966"/>
                </a:lnTo>
                <a:lnTo>
                  <a:pt x="449776" y="5499861"/>
                </a:lnTo>
                <a:lnTo>
                  <a:pt x="468030" y="5541576"/>
                </a:lnTo>
                <a:lnTo>
                  <a:pt x="486619" y="5583110"/>
                </a:lnTo>
                <a:lnTo>
                  <a:pt x="505540" y="5624462"/>
                </a:lnTo>
                <a:lnTo>
                  <a:pt x="524793" y="5665629"/>
                </a:lnTo>
                <a:lnTo>
                  <a:pt x="544374" y="5706610"/>
                </a:lnTo>
                <a:lnTo>
                  <a:pt x="564283" y="5747404"/>
                </a:lnTo>
                <a:lnTo>
                  <a:pt x="584517" y="5788007"/>
                </a:lnTo>
                <a:lnTo>
                  <a:pt x="605076" y="5828420"/>
                </a:lnTo>
                <a:lnTo>
                  <a:pt x="625956" y="5868639"/>
                </a:lnTo>
                <a:lnTo>
                  <a:pt x="647158" y="5908664"/>
                </a:lnTo>
                <a:lnTo>
                  <a:pt x="668678" y="5948492"/>
                </a:lnTo>
                <a:lnTo>
                  <a:pt x="690516" y="5988122"/>
                </a:lnTo>
                <a:lnTo>
                  <a:pt x="712669" y="6027552"/>
                </a:lnTo>
                <a:lnTo>
                  <a:pt x="735136" y="6066781"/>
                </a:lnTo>
                <a:lnTo>
                  <a:pt x="757915" y="6105807"/>
                </a:lnTo>
                <a:lnTo>
                  <a:pt x="781004" y="6144628"/>
                </a:lnTo>
                <a:lnTo>
                  <a:pt x="804402" y="6183242"/>
                </a:lnTo>
                <a:lnTo>
                  <a:pt x="828108" y="6221648"/>
                </a:lnTo>
                <a:lnTo>
                  <a:pt x="852118" y="6259843"/>
                </a:lnTo>
                <a:lnTo>
                  <a:pt x="876432" y="6297827"/>
                </a:lnTo>
                <a:lnTo>
                  <a:pt x="901048" y="6335598"/>
                </a:lnTo>
                <a:lnTo>
                  <a:pt x="925964" y="6373154"/>
                </a:lnTo>
                <a:lnTo>
                  <a:pt x="951179" y="6410492"/>
                </a:lnTo>
                <a:lnTo>
                  <a:pt x="976690" y="6447613"/>
                </a:lnTo>
                <a:lnTo>
                  <a:pt x="1002497" y="6484512"/>
                </a:lnTo>
                <a:lnTo>
                  <a:pt x="1028596" y="6521190"/>
                </a:lnTo>
                <a:lnTo>
                  <a:pt x="1054988" y="6557645"/>
                </a:lnTo>
                <a:lnTo>
                  <a:pt x="1081670" y="6593874"/>
                </a:lnTo>
                <a:lnTo>
                  <a:pt x="1108639" y="6629876"/>
                </a:lnTo>
                <a:lnTo>
                  <a:pt x="1113282" y="6635968"/>
                </a:lnTo>
              </a:path>
            </a:pathLst>
          </a:custGeom>
          <a:ln w="516636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155" rIns="0" bIns="0" rtlCol="0" vert="horz">
            <a:spAutoFit/>
          </a:bodyPr>
          <a:lstStyle/>
          <a:p>
            <a:pPr marL="360045">
              <a:lnSpc>
                <a:spcPct val="100000"/>
              </a:lnSpc>
              <a:spcBef>
                <a:spcPts val="135"/>
              </a:spcBef>
            </a:pPr>
            <a:r>
              <a:rPr dirty="0" sz="4750" spc="-30"/>
              <a:t>IMPLEMENTATION</a:t>
            </a:r>
            <a:r>
              <a:rPr dirty="0" sz="4750" spc="-220"/>
              <a:t> </a:t>
            </a:r>
            <a:r>
              <a:rPr dirty="0" sz="4750" spc="-10"/>
              <a:t>SCREENSHOTS</a:t>
            </a:r>
            <a:endParaRPr sz="4750"/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7732" y="1755648"/>
            <a:ext cx="12486132" cy="5504688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15614395" y="8582406"/>
            <a:ext cx="25400" cy="27305"/>
          </a:xfrm>
          <a:custGeom>
            <a:avLst/>
            <a:gdLst/>
            <a:ahLst/>
            <a:cxnLst/>
            <a:rect l="l" t="t" r="r" b="b"/>
            <a:pathLst>
              <a:path w="25400" h="27304">
                <a:moveTo>
                  <a:pt x="15240" y="0"/>
                </a:moveTo>
                <a:lnTo>
                  <a:pt x="10921" y="635"/>
                </a:lnTo>
                <a:lnTo>
                  <a:pt x="6350" y="1397"/>
                </a:lnTo>
                <a:lnTo>
                  <a:pt x="3301" y="2667"/>
                </a:lnTo>
                <a:lnTo>
                  <a:pt x="1905" y="4699"/>
                </a:lnTo>
                <a:lnTo>
                  <a:pt x="380" y="6731"/>
                </a:lnTo>
                <a:lnTo>
                  <a:pt x="0" y="10287"/>
                </a:lnTo>
                <a:lnTo>
                  <a:pt x="888" y="15494"/>
                </a:lnTo>
                <a:lnTo>
                  <a:pt x="1650" y="20574"/>
                </a:lnTo>
                <a:lnTo>
                  <a:pt x="2921" y="23876"/>
                </a:lnTo>
                <a:lnTo>
                  <a:pt x="4952" y="25273"/>
                </a:lnTo>
                <a:lnTo>
                  <a:pt x="6857" y="26797"/>
                </a:lnTo>
                <a:lnTo>
                  <a:pt x="10032" y="27178"/>
                </a:lnTo>
                <a:lnTo>
                  <a:pt x="14477" y="26416"/>
                </a:lnTo>
                <a:lnTo>
                  <a:pt x="19050" y="25781"/>
                </a:lnTo>
                <a:lnTo>
                  <a:pt x="22098" y="24384"/>
                </a:lnTo>
                <a:lnTo>
                  <a:pt x="25019" y="20447"/>
                </a:lnTo>
                <a:lnTo>
                  <a:pt x="25273" y="16764"/>
                </a:lnTo>
                <a:lnTo>
                  <a:pt x="23748" y="6477"/>
                </a:lnTo>
                <a:lnTo>
                  <a:pt x="22351" y="3302"/>
                </a:lnTo>
                <a:lnTo>
                  <a:pt x="20446" y="1778"/>
                </a:lnTo>
                <a:lnTo>
                  <a:pt x="18415" y="381"/>
                </a:lnTo>
                <a:lnTo>
                  <a:pt x="152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2321814" y="7518272"/>
            <a:ext cx="12792075" cy="87884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3350"/>
              </a:lnSpc>
              <a:spcBef>
                <a:spcPts val="215"/>
              </a:spcBef>
            </a:pPr>
            <a:r>
              <a:rPr dirty="0" sz="2800" b="1">
                <a:latin typeface="Calibri"/>
                <a:cs typeface="Calibri"/>
              </a:rPr>
              <a:t>Login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Page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: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page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allows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existing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log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system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using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their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credentials.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ensures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secure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authentication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before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accessing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application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features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6091" y="66522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78408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78408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78408" y="39822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78408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78408" y="53172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78408" y="4649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78408" y="59847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872439" y="2094992"/>
            <a:ext cx="716280" cy="5217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algn="ctr" marL="3810">
              <a:lnSpc>
                <a:spcPct val="100000"/>
              </a:lnSpc>
              <a:spcBef>
                <a:spcPts val="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1270">
              <a:lnSpc>
                <a:spcPct val="100000"/>
              </a:lnSpc>
              <a:spcBef>
                <a:spcPts val="5"/>
              </a:spcBef>
            </a:pPr>
            <a:r>
              <a:rPr dirty="0" sz="1700" spc="1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700" spc="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5080">
              <a:lnSpc>
                <a:spcPct val="100000"/>
              </a:lnSpc>
              <a:spcBef>
                <a:spcPts val="5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3175">
              <a:lnSpc>
                <a:spcPct val="100000"/>
              </a:lnSpc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2400" spc="-20" b="1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78408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50721" y="7876158"/>
            <a:ext cx="16446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7744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17174717" y="2003823"/>
            <a:ext cx="1113790" cy="6636384"/>
          </a:xfrm>
          <a:custGeom>
            <a:avLst/>
            <a:gdLst/>
            <a:ahLst/>
            <a:cxnLst/>
            <a:rect l="l" t="t" r="r" b="b"/>
            <a:pathLst>
              <a:path w="1113790" h="6636384">
                <a:moveTo>
                  <a:pt x="1113282" y="0"/>
                </a:moveTo>
                <a:lnTo>
                  <a:pt x="1081670" y="42094"/>
                </a:lnTo>
                <a:lnTo>
                  <a:pt x="1054988" y="78323"/>
                </a:lnTo>
                <a:lnTo>
                  <a:pt x="1028596" y="114777"/>
                </a:lnTo>
                <a:lnTo>
                  <a:pt x="1002497" y="151455"/>
                </a:lnTo>
                <a:lnTo>
                  <a:pt x="976690" y="188355"/>
                </a:lnTo>
                <a:lnTo>
                  <a:pt x="951179" y="225475"/>
                </a:lnTo>
                <a:lnTo>
                  <a:pt x="925964" y="262814"/>
                </a:lnTo>
                <a:lnTo>
                  <a:pt x="901048" y="300370"/>
                </a:lnTo>
                <a:lnTo>
                  <a:pt x="876432" y="338140"/>
                </a:lnTo>
                <a:lnTo>
                  <a:pt x="852118" y="376124"/>
                </a:lnTo>
                <a:lnTo>
                  <a:pt x="828108" y="414320"/>
                </a:lnTo>
                <a:lnTo>
                  <a:pt x="804402" y="452726"/>
                </a:lnTo>
                <a:lnTo>
                  <a:pt x="781004" y="491340"/>
                </a:lnTo>
                <a:lnTo>
                  <a:pt x="757915" y="530161"/>
                </a:lnTo>
                <a:lnTo>
                  <a:pt x="735136" y="569187"/>
                </a:lnTo>
                <a:lnTo>
                  <a:pt x="712669" y="608415"/>
                </a:lnTo>
                <a:lnTo>
                  <a:pt x="690516" y="647846"/>
                </a:lnTo>
                <a:lnTo>
                  <a:pt x="668678" y="687476"/>
                </a:lnTo>
                <a:lnTo>
                  <a:pt x="647158" y="727304"/>
                </a:lnTo>
                <a:lnTo>
                  <a:pt x="625956" y="767329"/>
                </a:lnTo>
                <a:lnTo>
                  <a:pt x="605076" y="807548"/>
                </a:lnTo>
                <a:lnTo>
                  <a:pt x="584517" y="847961"/>
                </a:lnTo>
                <a:lnTo>
                  <a:pt x="564283" y="888564"/>
                </a:lnTo>
                <a:lnTo>
                  <a:pt x="544374" y="929357"/>
                </a:lnTo>
                <a:lnTo>
                  <a:pt x="524793" y="970338"/>
                </a:lnTo>
                <a:lnTo>
                  <a:pt x="505540" y="1011506"/>
                </a:lnTo>
                <a:lnTo>
                  <a:pt x="486619" y="1052857"/>
                </a:lnTo>
                <a:lnTo>
                  <a:pt x="468030" y="1094392"/>
                </a:lnTo>
                <a:lnTo>
                  <a:pt x="449776" y="1136107"/>
                </a:lnTo>
                <a:lnTo>
                  <a:pt x="431857" y="1178002"/>
                </a:lnTo>
                <a:lnTo>
                  <a:pt x="414276" y="1220075"/>
                </a:lnTo>
                <a:lnTo>
                  <a:pt x="397034" y="1262323"/>
                </a:lnTo>
                <a:lnTo>
                  <a:pt x="380134" y="1304746"/>
                </a:lnTo>
                <a:lnTo>
                  <a:pt x="363576" y="1347341"/>
                </a:lnTo>
                <a:lnTo>
                  <a:pt x="347363" y="1390107"/>
                </a:lnTo>
                <a:lnTo>
                  <a:pt x="331496" y="1433042"/>
                </a:lnTo>
                <a:lnTo>
                  <a:pt x="315976" y="1476145"/>
                </a:lnTo>
                <a:lnTo>
                  <a:pt x="300807" y="1519413"/>
                </a:lnTo>
                <a:lnTo>
                  <a:pt x="285988" y="1562846"/>
                </a:lnTo>
                <a:lnTo>
                  <a:pt x="271523" y="1606440"/>
                </a:lnTo>
                <a:lnTo>
                  <a:pt x="257412" y="1650196"/>
                </a:lnTo>
                <a:lnTo>
                  <a:pt x="243657" y="1694110"/>
                </a:lnTo>
                <a:lnTo>
                  <a:pt x="230261" y="1738181"/>
                </a:lnTo>
                <a:lnTo>
                  <a:pt x="217224" y="1782408"/>
                </a:lnTo>
                <a:lnTo>
                  <a:pt x="204549" y="1826789"/>
                </a:lnTo>
                <a:lnTo>
                  <a:pt x="192237" y="1871322"/>
                </a:lnTo>
                <a:lnTo>
                  <a:pt x="180290" y="1916005"/>
                </a:lnTo>
                <a:lnTo>
                  <a:pt x="168710" y="1960837"/>
                </a:lnTo>
                <a:lnTo>
                  <a:pt x="157498" y="2005816"/>
                </a:lnTo>
                <a:lnTo>
                  <a:pt x="146656" y="2050940"/>
                </a:lnTo>
                <a:lnTo>
                  <a:pt x="136185" y="2096208"/>
                </a:lnTo>
                <a:lnTo>
                  <a:pt x="126088" y="2141617"/>
                </a:lnTo>
                <a:lnTo>
                  <a:pt x="116366" y="2187167"/>
                </a:lnTo>
                <a:lnTo>
                  <a:pt x="107021" y="2232856"/>
                </a:lnTo>
                <a:lnTo>
                  <a:pt x="98055" y="2278681"/>
                </a:lnTo>
                <a:lnTo>
                  <a:pt x="89468" y="2324641"/>
                </a:lnTo>
                <a:lnTo>
                  <a:pt x="81264" y="2370734"/>
                </a:lnTo>
                <a:lnTo>
                  <a:pt x="73443" y="2416959"/>
                </a:lnTo>
                <a:lnTo>
                  <a:pt x="66008" y="2463314"/>
                </a:lnTo>
                <a:lnTo>
                  <a:pt x="58959" y="2509798"/>
                </a:lnTo>
                <a:lnTo>
                  <a:pt x="52299" y="2556407"/>
                </a:lnTo>
                <a:lnTo>
                  <a:pt x="46030" y="2603142"/>
                </a:lnTo>
                <a:lnTo>
                  <a:pt x="40153" y="2650000"/>
                </a:lnTo>
                <a:lnTo>
                  <a:pt x="34669" y="2696979"/>
                </a:lnTo>
                <a:lnTo>
                  <a:pt x="29582" y="2744078"/>
                </a:lnTo>
                <a:lnTo>
                  <a:pt x="24891" y="2791295"/>
                </a:lnTo>
                <a:lnTo>
                  <a:pt x="20599" y="2838628"/>
                </a:lnTo>
                <a:lnTo>
                  <a:pt x="16708" y="2886076"/>
                </a:lnTo>
                <a:lnTo>
                  <a:pt x="13220" y="2933637"/>
                </a:lnTo>
                <a:lnTo>
                  <a:pt x="10135" y="2981309"/>
                </a:lnTo>
                <a:lnTo>
                  <a:pt x="7456" y="3029091"/>
                </a:lnTo>
                <a:lnTo>
                  <a:pt x="5185" y="3076980"/>
                </a:lnTo>
                <a:lnTo>
                  <a:pt x="3323" y="3124975"/>
                </a:lnTo>
                <a:lnTo>
                  <a:pt x="1871" y="3173075"/>
                </a:lnTo>
                <a:lnTo>
                  <a:pt x="833" y="3221278"/>
                </a:lnTo>
                <a:lnTo>
                  <a:pt x="208" y="3269581"/>
                </a:lnTo>
                <a:lnTo>
                  <a:pt x="0" y="3317984"/>
                </a:lnTo>
                <a:lnTo>
                  <a:pt x="208" y="3366387"/>
                </a:lnTo>
                <a:lnTo>
                  <a:pt x="833" y="3414690"/>
                </a:lnTo>
                <a:lnTo>
                  <a:pt x="1871" y="3462893"/>
                </a:lnTo>
                <a:lnTo>
                  <a:pt x="3323" y="3510993"/>
                </a:lnTo>
                <a:lnTo>
                  <a:pt x="5185" y="3558988"/>
                </a:lnTo>
                <a:lnTo>
                  <a:pt x="7456" y="3606877"/>
                </a:lnTo>
                <a:lnTo>
                  <a:pt x="10135" y="3654659"/>
                </a:lnTo>
                <a:lnTo>
                  <a:pt x="13220" y="3702331"/>
                </a:lnTo>
                <a:lnTo>
                  <a:pt x="16708" y="3749892"/>
                </a:lnTo>
                <a:lnTo>
                  <a:pt x="20599" y="3797340"/>
                </a:lnTo>
                <a:lnTo>
                  <a:pt x="24891" y="3844673"/>
                </a:lnTo>
                <a:lnTo>
                  <a:pt x="29582" y="3891890"/>
                </a:lnTo>
                <a:lnTo>
                  <a:pt x="34669" y="3938989"/>
                </a:lnTo>
                <a:lnTo>
                  <a:pt x="40153" y="3985968"/>
                </a:lnTo>
                <a:lnTo>
                  <a:pt x="46030" y="4032826"/>
                </a:lnTo>
                <a:lnTo>
                  <a:pt x="52299" y="4079560"/>
                </a:lnTo>
                <a:lnTo>
                  <a:pt x="58959" y="4126170"/>
                </a:lnTo>
                <a:lnTo>
                  <a:pt x="66008" y="4172654"/>
                </a:lnTo>
                <a:lnTo>
                  <a:pt x="73443" y="4219009"/>
                </a:lnTo>
                <a:lnTo>
                  <a:pt x="81264" y="4265234"/>
                </a:lnTo>
                <a:lnTo>
                  <a:pt x="89468" y="4311327"/>
                </a:lnTo>
                <a:lnTo>
                  <a:pt x="98055" y="4357287"/>
                </a:lnTo>
                <a:lnTo>
                  <a:pt x="107021" y="4403112"/>
                </a:lnTo>
                <a:lnTo>
                  <a:pt x="116366" y="4448800"/>
                </a:lnTo>
                <a:lnTo>
                  <a:pt x="126088" y="4494350"/>
                </a:lnTo>
                <a:lnTo>
                  <a:pt x="136185" y="4539760"/>
                </a:lnTo>
                <a:lnTo>
                  <a:pt x="146656" y="4585028"/>
                </a:lnTo>
                <a:lnTo>
                  <a:pt x="157498" y="4630152"/>
                </a:lnTo>
                <a:lnTo>
                  <a:pt x="168710" y="4675131"/>
                </a:lnTo>
                <a:lnTo>
                  <a:pt x="180290" y="4719963"/>
                </a:lnTo>
                <a:lnTo>
                  <a:pt x="192237" y="4764646"/>
                </a:lnTo>
                <a:lnTo>
                  <a:pt x="204549" y="4809179"/>
                </a:lnTo>
                <a:lnTo>
                  <a:pt x="217224" y="4853559"/>
                </a:lnTo>
                <a:lnTo>
                  <a:pt x="230261" y="4897786"/>
                </a:lnTo>
                <a:lnTo>
                  <a:pt x="243657" y="4941858"/>
                </a:lnTo>
                <a:lnTo>
                  <a:pt x="257412" y="4985772"/>
                </a:lnTo>
                <a:lnTo>
                  <a:pt x="271523" y="5029527"/>
                </a:lnTo>
                <a:lnTo>
                  <a:pt x="285988" y="5073122"/>
                </a:lnTo>
                <a:lnTo>
                  <a:pt x="300807" y="5116554"/>
                </a:lnTo>
                <a:lnTo>
                  <a:pt x="315976" y="5159823"/>
                </a:lnTo>
                <a:lnTo>
                  <a:pt x="331496" y="5202925"/>
                </a:lnTo>
                <a:lnTo>
                  <a:pt x="347363" y="5245861"/>
                </a:lnTo>
                <a:lnTo>
                  <a:pt x="363576" y="5288627"/>
                </a:lnTo>
                <a:lnTo>
                  <a:pt x="380134" y="5331222"/>
                </a:lnTo>
                <a:lnTo>
                  <a:pt x="397034" y="5373645"/>
                </a:lnTo>
                <a:lnTo>
                  <a:pt x="414276" y="5415893"/>
                </a:lnTo>
                <a:lnTo>
                  <a:pt x="431857" y="5457966"/>
                </a:lnTo>
                <a:lnTo>
                  <a:pt x="449776" y="5499861"/>
                </a:lnTo>
                <a:lnTo>
                  <a:pt x="468030" y="5541576"/>
                </a:lnTo>
                <a:lnTo>
                  <a:pt x="486619" y="5583110"/>
                </a:lnTo>
                <a:lnTo>
                  <a:pt x="505540" y="5624462"/>
                </a:lnTo>
                <a:lnTo>
                  <a:pt x="524793" y="5665629"/>
                </a:lnTo>
                <a:lnTo>
                  <a:pt x="544374" y="5706610"/>
                </a:lnTo>
                <a:lnTo>
                  <a:pt x="564283" y="5747404"/>
                </a:lnTo>
                <a:lnTo>
                  <a:pt x="584517" y="5788007"/>
                </a:lnTo>
                <a:lnTo>
                  <a:pt x="605076" y="5828420"/>
                </a:lnTo>
                <a:lnTo>
                  <a:pt x="625956" y="5868639"/>
                </a:lnTo>
                <a:lnTo>
                  <a:pt x="647158" y="5908664"/>
                </a:lnTo>
                <a:lnTo>
                  <a:pt x="668678" y="5948492"/>
                </a:lnTo>
                <a:lnTo>
                  <a:pt x="690516" y="5988122"/>
                </a:lnTo>
                <a:lnTo>
                  <a:pt x="712669" y="6027552"/>
                </a:lnTo>
                <a:lnTo>
                  <a:pt x="735136" y="6066781"/>
                </a:lnTo>
                <a:lnTo>
                  <a:pt x="757915" y="6105807"/>
                </a:lnTo>
                <a:lnTo>
                  <a:pt x="781004" y="6144628"/>
                </a:lnTo>
                <a:lnTo>
                  <a:pt x="804402" y="6183242"/>
                </a:lnTo>
                <a:lnTo>
                  <a:pt x="828108" y="6221648"/>
                </a:lnTo>
                <a:lnTo>
                  <a:pt x="852118" y="6259843"/>
                </a:lnTo>
                <a:lnTo>
                  <a:pt x="876432" y="6297827"/>
                </a:lnTo>
                <a:lnTo>
                  <a:pt x="901048" y="6335598"/>
                </a:lnTo>
                <a:lnTo>
                  <a:pt x="925964" y="6373154"/>
                </a:lnTo>
                <a:lnTo>
                  <a:pt x="951179" y="6410492"/>
                </a:lnTo>
                <a:lnTo>
                  <a:pt x="976690" y="6447613"/>
                </a:lnTo>
                <a:lnTo>
                  <a:pt x="1002497" y="6484512"/>
                </a:lnTo>
                <a:lnTo>
                  <a:pt x="1028596" y="6521190"/>
                </a:lnTo>
                <a:lnTo>
                  <a:pt x="1054988" y="6557645"/>
                </a:lnTo>
                <a:lnTo>
                  <a:pt x="1081670" y="6593874"/>
                </a:lnTo>
                <a:lnTo>
                  <a:pt x="1108639" y="6629876"/>
                </a:lnTo>
                <a:lnTo>
                  <a:pt x="1113282" y="6635968"/>
                </a:lnTo>
              </a:path>
            </a:pathLst>
          </a:custGeom>
          <a:ln w="516636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155" rIns="0" bIns="0" rtlCol="0" vert="horz">
            <a:spAutoFit/>
          </a:bodyPr>
          <a:lstStyle/>
          <a:p>
            <a:pPr marL="360045">
              <a:lnSpc>
                <a:spcPct val="100000"/>
              </a:lnSpc>
              <a:spcBef>
                <a:spcPts val="135"/>
              </a:spcBef>
            </a:pPr>
            <a:r>
              <a:rPr dirty="0" sz="4750" spc="-30"/>
              <a:t>IMPLEMENTATION</a:t>
            </a:r>
            <a:r>
              <a:rPr dirty="0" sz="4750" spc="-220"/>
              <a:t> </a:t>
            </a:r>
            <a:r>
              <a:rPr dirty="0" sz="4750" spc="-10"/>
              <a:t>SCREENSHOTS</a:t>
            </a:r>
            <a:endParaRPr sz="4750"/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1548" y="1490472"/>
            <a:ext cx="12074652" cy="5527548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15409163" y="7890002"/>
            <a:ext cx="25400" cy="27305"/>
          </a:xfrm>
          <a:custGeom>
            <a:avLst/>
            <a:gdLst/>
            <a:ahLst/>
            <a:cxnLst/>
            <a:rect l="l" t="t" r="r" b="b"/>
            <a:pathLst>
              <a:path w="25400" h="27304">
                <a:moveTo>
                  <a:pt x="15367" y="0"/>
                </a:moveTo>
                <a:lnTo>
                  <a:pt x="0" y="10033"/>
                </a:lnTo>
                <a:lnTo>
                  <a:pt x="762" y="15240"/>
                </a:lnTo>
                <a:lnTo>
                  <a:pt x="9778" y="27050"/>
                </a:lnTo>
                <a:lnTo>
                  <a:pt x="18796" y="25781"/>
                </a:lnTo>
                <a:lnTo>
                  <a:pt x="21844" y="24384"/>
                </a:lnTo>
                <a:lnTo>
                  <a:pt x="23368" y="22479"/>
                </a:lnTo>
                <a:lnTo>
                  <a:pt x="24765" y="20447"/>
                </a:lnTo>
                <a:lnTo>
                  <a:pt x="25146" y="16891"/>
                </a:lnTo>
                <a:lnTo>
                  <a:pt x="24511" y="11684"/>
                </a:lnTo>
                <a:lnTo>
                  <a:pt x="153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5373350" y="7618856"/>
            <a:ext cx="38100" cy="145415"/>
          </a:xfrm>
          <a:custGeom>
            <a:avLst/>
            <a:gdLst/>
            <a:ahLst/>
            <a:cxnLst/>
            <a:rect l="l" t="t" r="r" b="b"/>
            <a:pathLst>
              <a:path w="38100" h="145415">
                <a:moveTo>
                  <a:pt x="12319" y="0"/>
                </a:moveTo>
                <a:lnTo>
                  <a:pt x="5588" y="889"/>
                </a:lnTo>
                <a:lnTo>
                  <a:pt x="888" y="2667"/>
                </a:lnTo>
                <a:lnTo>
                  <a:pt x="126" y="3556"/>
                </a:lnTo>
                <a:lnTo>
                  <a:pt x="0" y="5207"/>
                </a:lnTo>
                <a:lnTo>
                  <a:pt x="19303" y="143637"/>
                </a:lnTo>
                <a:lnTo>
                  <a:pt x="20065" y="144399"/>
                </a:lnTo>
                <a:lnTo>
                  <a:pt x="21336" y="144907"/>
                </a:lnTo>
                <a:lnTo>
                  <a:pt x="25653" y="145161"/>
                </a:lnTo>
                <a:lnTo>
                  <a:pt x="32130" y="144272"/>
                </a:lnTo>
                <a:lnTo>
                  <a:pt x="35559" y="143129"/>
                </a:lnTo>
                <a:lnTo>
                  <a:pt x="37465" y="141986"/>
                </a:lnTo>
                <a:lnTo>
                  <a:pt x="38100" y="140970"/>
                </a:lnTo>
                <a:lnTo>
                  <a:pt x="18923" y="2032"/>
                </a:lnTo>
                <a:lnTo>
                  <a:pt x="17907" y="635"/>
                </a:lnTo>
                <a:lnTo>
                  <a:pt x="17398" y="381"/>
                </a:lnTo>
                <a:lnTo>
                  <a:pt x="123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2422398" y="7625536"/>
            <a:ext cx="14184630" cy="879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2800" b="1">
                <a:latin typeface="Calibri"/>
                <a:cs typeface="Calibri"/>
              </a:rPr>
              <a:t>Main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Module</a:t>
            </a:r>
            <a:r>
              <a:rPr dirty="0" sz="2800">
                <a:latin typeface="Calibri"/>
                <a:cs typeface="Calibri"/>
              </a:rPr>
              <a:t>: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module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enables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daily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expenses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details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like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amount,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category,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date.It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helps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organizing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managing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financial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efficiently.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6091" y="66522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78408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78408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78408" y="39822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78408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78408" y="53172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78408" y="4649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78408" y="59847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867867" y="2094992"/>
            <a:ext cx="725170" cy="5217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algn="ctr" marL="4445">
              <a:lnSpc>
                <a:spcPct val="100000"/>
              </a:lnSpc>
              <a:spcBef>
                <a:spcPts val="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1270">
              <a:lnSpc>
                <a:spcPct val="100000"/>
              </a:lnSpc>
              <a:spcBef>
                <a:spcPts val="5"/>
              </a:spcBef>
            </a:pPr>
            <a:r>
              <a:rPr dirty="0" sz="1700" spc="1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700" spc="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5080">
              <a:lnSpc>
                <a:spcPct val="100000"/>
              </a:lnSpc>
              <a:spcBef>
                <a:spcPts val="5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3810">
              <a:lnSpc>
                <a:spcPct val="100000"/>
              </a:lnSpc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2400" spc="-20" b="1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78408" y="77586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50721" y="7876158"/>
            <a:ext cx="16446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7744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17174717" y="2003823"/>
            <a:ext cx="1113790" cy="6636384"/>
          </a:xfrm>
          <a:custGeom>
            <a:avLst/>
            <a:gdLst/>
            <a:ahLst/>
            <a:cxnLst/>
            <a:rect l="l" t="t" r="r" b="b"/>
            <a:pathLst>
              <a:path w="1113790" h="6636384">
                <a:moveTo>
                  <a:pt x="1113282" y="0"/>
                </a:moveTo>
                <a:lnTo>
                  <a:pt x="1081670" y="42094"/>
                </a:lnTo>
                <a:lnTo>
                  <a:pt x="1054988" y="78323"/>
                </a:lnTo>
                <a:lnTo>
                  <a:pt x="1028596" y="114777"/>
                </a:lnTo>
                <a:lnTo>
                  <a:pt x="1002497" y="151455"/>
                </a:lnTo>
                <a:lnTo>
                  <a:pt x="976690" y="188355"/>
                </a:lnTo>
                <a:lnTo>
                  <a:pt x="951179" y="225475"/>
                </a:lnTo>
                <a:lnTo>
                  <a:pt x="925964" y="262814"/>
                </a:lnTo>
                <a:lnTo>
                  <a:pt x="901048" y="300370"/>
                </a:lnTo>
                <a:lnTo>
                  <a:pt x="876432" y="338140"/>
                </a:lnTo>
                <a:lnTo>
                  <a:pt x="852118" y="376124"/>
                </a:lnTo>
                <a:lnTo>
                  <a:pt x="828108" y="414320"/>
                </a:lnTo>
                <a:lnTo>
                  <a:pt x="804402" y="452726"/>
                </a:lnTo>
                <a:lnTo>
                  <a:pt x="781004" y="491340"/>
                </a:lnTo>
                <a:lnTo>
                  <a:pt x="757915" y="530161"/>
                </a:lnTo>
                <a:lnTo>
                  <a:pt x="735136" y="569187"/>
                </a:lnTo>
                <a:lnTo>
                  <a:pt x="712669" y="608415"/>
                </a:lnTo>
                <a:lnTo>
                  <a:pt x="690516" y="647846"/>
                </a:lnTo>
                <a:lnTo>
                  <a:pt x="668678" y="687476"/>
                </a:lnTo>
                <a:lnTo>
                  <a:pt x="647158" y="727304"/>
                </a:lnTo>
                <a:lnTo>
                  <a:pt x="625956" y="767329"/>
                </a:lnTo>
                <a:lnTo>
                  <a:pt x="605076" y="807548"/>
                </a:lnTo>
                <a:lnTo>
                  <a:pt x="584517" y="847961"/>
                </a:lnTo>
                <a:lnTo>
                  <a:pt x="564283" y="888564"/>
                </a:lnTo>
                <a:lnTo>
                  <a:pt x="544374" y="929357"/>
                </a:lnTo>
                <a:lnTo>
                  <a:pt x="524793" y="970338"/>
                </a:lnTo>
                <a:lnTo>
                  <a:pt x="505540" y="1011506"/>
                </a:lnTo>
                <a:lnTo>
                  <a:pt x="486619" y="1052857"/>
                </a:lnTo>
                <a:lnTo>
                  <a:pt x="468030" y="1094392"/>
                </a:lnTo>
                <a:lnTo>
                  <a:pt x="449776" y="1136107"/>
                </a:lnTo>
                <a:lnTo>
                  <a:pt x="431857" y="1178002"/>
                </a:lnTo>
                <a:lnTo>
                  <a:pt x="414276" y="1220075"/>
                </a:lnTo>
                <a:lnTo>
                  <a:pt x="397034" y="1262323"/>
                </a:lnTo>
                <a:lnTo>
                  <a:pt x="380134" y="1304746"/>
                </a:lnTo>
                <a:lnTo>
                  <a:pt x="363576" y="1347341"/>
                </a:lnTo>
                <a:lnTo>
                  <a:pt x="347363" y="1390107"/>
                </a:lnTo>
                <a:lnTo>
                  <a:pt x="331496" y="1433042"/>
                </a:lnTo>
                <a:lnTo>
                  <a:pt x="315976" y="1476145"/>
                </a:lnTo>
                <a:lnTo>
                  <a:pt x="300807" y="1519413"/>
                </a:lnTo>
                <a:lnTo>
                  <a:pt x="285988" y="1562846"/>
                </a:lnTo>
                <a:lnTo>
                  <a:pt x="271523" y="1606440"/>
                </a:lnTo>
                <a:lnTo>
                  <a:pt x="257412" y="1650196"/>
                </a:lnTo>
                <a:lnTo>
                  <a:pt x="243657" y="1694110"/>
                </a:lnTo>
                <a:lnTo>
                  <a:pt x="230261" y="1738181"/>
                </a:lnTo>
                <a:lnTo>
                  <a:pt x="217224" y="1782408"/>
                </a:lnTo>
                <a:lnTo>
                  <a:pt x="204549" y="1826789"/>
                </a:lnTo>
                <a:lnTo>
                  <a:pt x="192237" y="1871322"/>
                </a:lnTo>
                <a:lnTo>
                  <a:pt x="180290" y="1916005"/>
                </a:lnTo>
                <a:lnTo>
                  <a:pt x="168710" y="1960837"/>
                </a:lnTo>
                <a:lnTo>
                  <a:pt x="157498" y="2005816"/>
                </a:lnTo>
                <a:lnTo>
                  <a:pt x="146656" y="2050940"/>
                </a:lnTo>
                <a:lnTo>
                  <a:pt x="136185" y="2096208"/>
                </a:lnTo>
                <a:lnTo>
                  <a:pt x="126088" y="2141617"/>
                </a:lnTo>
                <a:lnTo>
                  <a:pt x="116366" y="2187167"/>
                </a:lnTo>
                <a:lnTo>
                  <a:pt x="107021" y="2232856"/>
                </a:lnTo>
                <a:lnTo>
                  <a:pt x="98055" y="2278681"/>
                </a:lnTo>
                <a:lnTo>
                  <a:pt x="89468" y="2324641"/>
                </a:lnTo>
                <a:lnTo>
                  <a:pt x="81264" y="2370734"/>
                </a:lnTo>
                <a:lnTo>
                  <a:pt x="73443" y="2416959"/>
                </a:lnTo>
                <a:lnTo>
                  <a:pt x="66008" y="2463314"/>
                </a:lnTo>
                <a:lnTo>
                  <a:pt x="58959" y="2509798"/>
                </a:lnTo>
                <a:lnTo>
                  <a:pt x="52299" y="2556407"/>
                </a:lnTo>
                <a:lnTo>
                  <a:pt x="46030" y="2603142"/>
                </a:lnTo>
                <a:lnTo>
                  <a:pt x="40153" y="2650000"/>
                </a:lnTo>
                <a:lnTo>
                  <a:pt x="34669" y="2696979"/>
                </a:lnTo>
                <a:lnTo>
                  <a:pt x="29582" y="2744078"/>
                </a:lnTo>
                <a:lnTo>
                  <a:pt x="24891" y="2791295"/>
                </a:lnTo>
                <a:lnTo>
                  <a:pt x="20599" y="2838628"/>
                </a:lnTo>
                <a:lnTo>
                  <a:pt x="16708" y="2886076"/>
                </a:lnTo>
                <a:lnTo>
                  <a:pt x="13220" y="2933637"/>
                </a:lnTo>
                <a:lnTo>
                  <a:pt x="10135" y="2981309"/>
                </a:lnTo>
                <a:lnTo>
                  <a:pt x="7456" y="3029091"/>
                </a:lnTo>
                <a:lnTo>
                  <a:pt x="5185" y="3076980"/>
                </a:lnTo>
                <a:lnTo>
                  <a:pt x="3323" y="3124975"/>
                </a:lnTo>
                <a:lnTo>
                  <a:pt x="1871" y="3173075"/>
                </a:lnTo>
                <a:lnTo>
                  <a:pt x="833" y="3221278"/>
                </a:lnTo>
                <a:lnTo>
                  <a:pt x="208" y="3269581"/>
                </a:lnTo>
                <a:lnTo>
                  <a:pt x="0" y="3317984"/>
                </a:lnTo>
                <a:lnTo>
                  <a:pt x="208" y="3366387"/>
                </a:lnTo>
                <a:lnTo>
                  <a:pt x="833" y="3414690"/>
                </a:lnTo>
                <a:lnTo>
                  <a:pt x="1871" y="3462893"/>
                </a:lnTo>
                <a:lnTo>
                  <a:pt x="3323" y="3510993"/>
                </a:lnTo>
                <a:lnTo>
                  <a:pt x="5185" y="3558988"/>
                </a:lnTo>
                <a:lnTo>
                  <a:pt x="7456" y="3606877"/>
                </a:lnTo>
                <a:lnTo>
                  <a:pt x="10135" y="3654659"/>
                </a:lnTo>
                <a:lnTo>
                  <a:pt x="13220" y="3702331"/>
                </a:lnTo>
                <a:lnTo>
                  <a:pt x="16708" y="3749892"/>
                </a:lnTo>
                <a:lnTo>
                  <a:pt x="20599" y="3797340"/>
                </a:lnTo>
                <a:lnTo>
                  <a:pt x="24891" y="3844673"/>
                </a:lnTo>
                <a:lnTo>
                  <a:pt x="29582" y="3891890"/>
                </a:lnTo>
                <a:lnTo>
                  <a:pt x="34669" y="3938989"/>
                </a:lnTo>
                <a:lnTo>
                  <a:pt x="40153" y="3985968"/>
                </a:lnTo>
                <a:lnTo>
                  <a:pt x="46030" y="4032826"/>
                </a:lnTo>
                <a:lnTo>
                  <a:pt x="52299" y="4079560"/>
                </a:lnTo>
                <a:lnTo>
                  <a:pt x="58959" y="4126170"/>
                </a:lnTo>
                <a:lnTo>
                  <a:pt x="66008" y="4172654"/>
                </a:lnTo>
                <a:lnTo>
                  <a:pt x="73443" y="4219009"/>
                </a:lnTo>
                <a:lnTo>
                  <a:pt x="81264" y="4265234"/>
                </a:lnTo>
                <a:lnTo>
                  <a:pt x="89468" y="4311327"/>
                </a:lnTo>
                <a:lnTo>
                  <a:pt x="98055" y="4357287"/>
                </a:lnTo>
                <a:lnTo>
                  <a:pt x="107021" y="4403112"/>
                </a:lnTo>
                <a:lnTo>
                  <a:pt x="116366" y="4448800"/>
                </a:lnTo>
                <a:lnTo>
                  <a:pt x="126088" y="4494350"/>
                </a:lnTo>
                <a:lnTo>
                  <a:pt x="136185" y="4539760"/>
                </a:lnTo>
                <a:lnTo>
                  <a:pt x="146656" y="4585028"/>
                </a:lnTo>
                <a:lnTo>
                  <a:pt x="157498" y="4630152"/>
                </a:lnTo>
                <a:lnTo>
                  <a:pt x="168710" y="4675131"/>
                </a:lnTo>
                <a:lnTo>
                  <a:pt x="180290" y="4719963"/>
                </a:lnTo>
                <a:lnTo>
                  <a:pt x="192237" y="4764646"/>
                </a:lnTo>
                <a:lnTo>
                  <a:pt x="204549" y="4809179"/>
                </a:lnTo>
                <a:lnTo>
                  <a:pt x="217224" y="4853559"/>
                </a:lnTo>
                <a:lnTo>
                  <a:pt x="230261" y="4897786"/>
                </a:lnTo>
                <a:lnTo>
                  <a:pt x="243657" y="4941858"/>
                </a:lnTo>
                <a:lnTo>
                  <a:pt x="257412" y="4985772"/>
                </a:lnTo>
                <a:lnTo>
                  <a:pt x="271523" y="5029527"/>
                </a:lnTo>
                <a:lnTo>
                  <a:pt x="285988" y="5073122"/>
                </a:lnTo>
                <a:lnTo>
                  <a:pt x="300807" y="5116554"/>
                </a:lnTo>
                <a:lnTo>
                  <a:pt x="315976" y="5159823"/>
                </a:lnTo>
                <a:lnTo>
                  <a:pt x="331496" y="5202925"/>
                </a:lnTo>
                <a:lnTo>
                  <a:pt x="347363" y="5245861"/>
                </a:lnTo>
                <a:lnTo>
                  <a:pt x="363576" y="5288627"/>
                </a:lnTo>
                <a:lnTo>
                  <a:pt x="380134" y="5331222"/>
                </a:lnTo>
                <a:lnTo>
                  <a:pt x="397034" y="5373645"/>
                </a:lnTo>
                <a:lnTo>
                  <a:pt x="414276" y="5415893"/>
                </a:lnTo>
                <a:lnTo>
                  <a:pt x="431857" y="5457966"/>
                </a:lnTo>
                <a:lnTo>
                  <a:pt x="449776" y="5499861"/>
                </a:lnTo>
                <a:lnTo>
                  <a:pt x="468030" y="5541576"/>
                </a:lnTo>
                <a:lnTo>
                  <a:pt x="486619" y="5583110"/>
                </a:lnTo>
                <a:lnTo>
                  <a:pt x="505540" y="5624462"/>
                </a:lnTo>
                <a:lnTo>
                  <a:pt x="524793" y="5665629"/>
                </a:lnTo>
                <a:lnTo>
                  <a:pt x="544374" y="5706610"/>
                </a:lnTo>
                <a:lnTo>
                  <a:pt x="564283" y="5747404"/>
                </a:lnTo>
                <a:lnTo>
                  <a:pt x="584517" y="5788007"/>
                </a:lnTo>
                <a:lnTo>
                  <a:pt x="605076" y="5828420"/>
                </a:lnTo>
                <a:lnTo>
                  <a:pt x="625956" y="5868639"/>
                </a:lnTo>
                <a:lnTo>
                  <a:pt x="647158" y="5908664"/>
                </a:lnTo>
                <a:lnTo>
                  <a:pt x="668678" y="5948492"/>
                </a:lnTo>
                <a:lnTo>
                  <a:pt x="690516" y="5988122"/>
                </a:lnTo>
                <a:lnTo>
                  <a:pt x="712669" y="6027552"/>
                </a:lnTo>
                <a:lnTo>
                  <a:pt x="735136" y="6066781"/>
                </a:lnTo>
                <a:lnTo>
                  <a:pt x="757915" y="6105807"/>
                </a:lnTo>
                <a:lnTo>
                  <a:pt x="781004" y="6144628"/>
                </a:lnTo>
                <a:lnTo>
                  <a:pt x="804402" y="6183242"/>
                </a:lnTo>
                <a:lnTo>
                  <a:pt x="828108" y="6221648"/>
                </a:lnTo>
                <a:lnTo>
                  <a:pt x="852118" y="6259843"/>
                </a:lnTo>
                <a:lnTo>
                  <a:pt x="876432" y="6297827"/>
                </a:lnTo>
                <a:lnTo>
                  <a:pt x="901048" y="6335598"/>
                </a:lnTo>
                <a:lnTo>
                  <a:pt x="925964" y="6373154"/>
                </a:lnTo>
                <a:lnTo>
                  <a:pt x="951179" y="6410492"/>
                </a:lnTo>
                <a:lnTo>
                  <a:pt x="976690" y="6447613"/>
                </a:lnTo>
                <a:lnTo>
                  <a:pt x="1002497" y="6484512"/>
                </a:lnTo>
                <a:lnTo>
                  <a:pt x="1028596" y="6521190"/>
                </a:lnTo>
                <a:lnTo>
                  <a:pt x="1054988" y="6557645"/>
                </a:lnTo>
                <a:lnTo>
                  <a:pt x="1081670" y="6593874"/>
                </a:lnTo>
                <a:lnTo>
                  <a:pt x="1108639" y="6629876"/>
                </a:lnTo>
                <a:lnTo>
                  <a:pt x="1113282" y="6635968"/>
                </a:lnTo>
              </a:path>
            </a:pathLst>
          </a:custGeom>
          <a:ln w="516636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155" rIns="0" bIns="0" rtlCol="0" vert="horz">
            <a:spAutoFit/>
          </a:bodyPr>
          <a:lstStyle/>
          <a:p>
            <a:pPr marL="360045">
              <a:lnSpc>
                <a:spcPct val="100000"/>
              </a:lnSpc>
              <a:spcBef>
                <a:spcPts val="135"/>
              </a:spcBef>
            </a:pPr>
            <a:r>
              <a:rPr dirty="0" sz="4750" spc="-30"/>
              <a:t>IMPLEMENTATION</a:t>
            </a:r>
            <a:r>
              <a:rPr dirty="0" sz="4750" spc="-220"/>
              <a:t> </a:t>
            </a:r>
            <a:r>
              <a:rPr dirty="0" sz="4750" spc="-10"/>
              <a:t>SCREENSHOTS</a:t>
            </a:r>
            <a:endParaRPr sz="4750"/>
          </a:p>
        </p:txBody>
      </p:sp>
      <p:sp>
        <p:nvSpPr>
          <p:cNvPr id="16" name="object 16" descr=""/>
          <p:cNvSpPr txBox="1"/>
          <p:nvPr/>
        </p:nvSpPr>
        <p:spPr>
          <a:xfrm>
            <a:off x="2307463" y="7700594"/>
            <a:ext cx="14623415" cy="879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90170" marR="5080" indent="-78105">
              <a:lnSpc>
                <a:spcPct val="100000"/>
              </a:lnSpc>
              <a:spcBef>
                <a:spcPts val="110"/>
              </a:spcBef>
            </a:pPr>
            <a:r>
              <a:rPr dirty="0" sz="2800" b="1">
                <a:latin typeface="Calibri"/>
                <a:cs typeface="Calibri"/>
              </a:rPr>
              <a:t>Output</a:t>
            </a:r>
            <a:r>
              <a:rPr dirty="0" sz="2800" spc="-10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Page</a:t>
            </a:r>
            <a:r>
              <a:rPr dirty="0" sz="2800" spc="-10">
                <a:latin typeface="Calibri"/>
                <a:cs typeface="Calibri"/>
              </a:rPr>
              <a:t>:This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page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displays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recorded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expenses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structured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format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easy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understanding.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provides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insights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helps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users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analyze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their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spending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patterns.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9523" y="1527047"/>
            <a:ext cx="12769595" cy="60258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6091" y="7319771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05611" y="7550911"/>
            <a:ext cx="2476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215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78408" y="3314700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50721" y="3429126"/>
            <a:ext cx="1574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78408" y="198424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78153" y="2094992"/>
            <a:ext cx="10287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78408" y="398221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46149" y="4096892"/>
            <a:ext cx="1701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78408" y="2647188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55293" y="2760675"/>
            <a:ext cx="154305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78408" y="53172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50721" y="5432805"/>
            <a:ext cx="16446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14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78408" y="4649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150721" y="4765039"/>
            <a:ext cx="1574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78408" y="59847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155293" y="6100394"/>
            <a:ext cx="15367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978408" y="66522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150721" y="6768845"/>
            <a:ext cx="16129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8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6312895" y="1028700"/>
            <a:ext cx="2284095" cy="8196580"/>
            <a:chOff x="16312895" y="1028700"/>
            <a:chExt cx="2284095" cy="8196580"/>
          </a:xfrm>
        </p:grpSpPr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2895" y="1028700"/>
              <a:ext cx="946403" cy="237744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6790669" y="1375459"/>
              <a:ext cx="1497330" cy="7541259"/>
            </a:xfrm>
            <a:custGeom>
              <a:avLst/>
              <a:gdLst/>
              <a:ahLst/>
              <a:cxnLst/>
              <a:rect l="l" t="t" r="r" b="b"/>
              <a:pathLst>
                <a:path w="1497330" h="7541259">
                  <a:moveTo>
                    <a:pt x="1497330" y="0"/>
                  </a:moveTo>
                  <a:lnTo>
                    <a:pt x="1454142" y="46244"/>
                  </a:lnTo>
                  <a:lnTo>
                    <a:pt x="1423846" y="79374"/>
                  </a:lnTo>
                  <a:lnTo>
                    <a:pt x="1393818" y="112752"/>
                  </a:lnTo>
                  <a:lnTo>
                    <a:pt x="1364059" y="146375"/>
                  </a:lnTo>
                  <a:lnTo>
                    <a:pt x="1334571" y="180242"/>
                  </a:lnTo>
                  <a:lnTo>
                    <a:pt x="1305356" y="214352"/>
                  </a:lnTo>
                  <a:lnTo>
                    <a:pt x="1276416" y="248702"/>
                  </a:lnTo>
                  <a:lnTo>
                    <a:pt x="1247753" y="283291"/>
                  </a:lnTo>
                  <a:lnTo>
                    <a:pt x="1219367" y="318117"/>
                  </a:lnTo>
                  <a:lnTo>
                    <a:pt x="1191261" y="353179"/>
                  </a:lnTo>
                  <a:lnTo>
                    <a:pt x="1163437" y="388474"/>
                  </a:lnTo>
                  <a:lnTo>
                    <a:pt x="1135896" y="424002"/>
                  </a:lnTo>
                  <a:lnTo>
                    <a:pt x="1108639" y="459760"/>
                  </a:lnTo>
                  <a:lnTo>
                    <a:pt x="1081670" y="495747"/>
                  </a:lnTo>
                  <a:lnTo>
                    <a:pt x="1054988" y="531960"/>
                  </a:lnTo>
                  <a:lnTo>
                    <a:pt x="1028596" y="568399"/>
                  </a:lnTo>
                  <a:lnTo>
                    <a:pt x="1002497" y="605062"/>
                  </a:lnTo>
                  <a:lnTo>
                    <a:pt x="976690" y="641946"/>
                  </a:lnTo>
                  <a:lnTo>
                    <a:pt x="951179" y="679051"/>
                  </a:lnTo>
                  <a:lnTo>
                    <a:pt x="925964" y="716374"/>
                  </a:lnTo>
                  <a:lnTo>
                    <a:pt x="901048" y="753914"/>
                  </a:lnTo>
                  <a:lnTo>
                    <a:pt x="876432" y="791668"/>
                  </a:lnTo>
                  <a:lnTo>
                    <a:pt x="852118" y="829637"/>
                  </a:lnTo>
                  <a:lnTo>
                    <a:pt x="828108" y="867816"/>
                  </a:lnTo>
                  <a:lnTo>
                    <a:pt x="804402" y="906206"/>
                  </a:lnTo>
                  <a:lnTo>
                    <a:pt x="781004" y="944804"/>
                  </a:lnTo>
                  <a:lnTo>
                    <a:pt x="757915" y="983609"/>
                  </a:lnTo>
                  <a:lnTo>
                    <a:pt x="735136" y="1022618"/>
                  </a:lnTo>
                  <a:lnTo>
                    <a:pt x="712669" y="1061831"/>
                  </a:lnTo>
                  <a:lnTo>
                    <a:pt x="690516" y="1101245"/>
                  </a:lnTo>
                  <a:lnTo>
                    <a:pt x="668678" y="1140859"/>
                  </a:lnTo>
                  <a:lnTo>
                    <a:pt x="647158" y="1180670"/>
                  </a:lnTo>
                  <a:lnTo>
                    <a:pt x="625956" y="1220679"/>
                  </a:lnTo>
                  <a:lnTo>
                    <a:pt x="605076" y="1260881"/>
                  </a:lnTo>
                  <a:lnTo>
                    <a:pt x="584517" y="1301277"/>
                  </a:lnTo>
                  <a:lnTo>
                    <a:pt x="564283" y="1341864"/>
                  </a:lnTo>
                  <a:lnTo>
                    <a:pt x="544374" y="1382640"/>
                  </a:lnTo>
                  <a:lnTo>
                    <a:pt x="524793" y="1423605"/>
                  </a:lnTo>
                  <a:lnTo>
                    <a:pt x="505540" y="1464755"/>
                  </a:lnTo>
                  <a:lnTo>
                    <a:pt x="486619" y="1506090"/>
                  </a:lnTo>
                  <a:lnTo>
                    <a:pt x="468030" y="1547607"/>
                  </a:lnTo>
                  <a:lnTo>
                    <a:pt x="449776" y="1589306"/>
                  </a:lnTo>
                  <a:lnTo>
                    <a:pt x="431857" y="1631183"/>
                  </a:lnTo>
                  <a:lnTo>
                    <a:pt x="414276" y="1673239"/>
                  </a:lnTo>
                  <a:lnTo>
                    <a:pt x="397034" y="1715470"/>
                  </a:lnTo>
                  <a:lnTo>
                    <a:pt x="380134" y="1757876"/>
                  </a:lnTo>
                  <a:lnTo>
                    <a:pt x="363576" y="1800454"/>
                  </a:lnTo>
                  <a:lnTo>
                    <a:pt x="347363" y="1843202"/>
                  </a:lnTo>
                  <a:lnTo>
                    <a:pt x="331496" y="1886120"/>
                  </a:lnTo>
                  <a:lnTo>
                    <a:pt x="315976" y="1929205"/>
                  </a:lnTo>
                  <a:lnTo>
                    <a:pt x="300807" y="1972456"/>
                  </a:lnTo>
                  <a:lnTo>
                    <a:pt x="285988" y="2015871"/>
                  </a:lnTo>
                  <a:lnTo>
                    <a:pt x="271523" y="2059448"/>
                  </a:lnTo>
                  <a:lnTo>
                    <a:pt x="257412" y="2103186"/>
                  </a:lnTo>
                  <a:lnTo>
                    <a:pt x="243657" y="2147083"/>
                  </a:lnTo>
                  <a:lnTo>
                    <a:pt x="230261" y="2191137"/>
                  </a:lnTo>
                  <a:lnTo>
                    <a:pt x="217224" y="2235346"/>
                  </a:lnTo>
                  <a:lnTo>
                    <a:pt x="204549" y="2279709"/>
                  </a:lnTo>
                  <a:lnTo>
                    <a:pt x="192237" y="2324224"/>
                  </a:lnTo>
                  <a:lnTo>
                    <a:pt x="180290" y="2368890"/>
                  </a:lnTo>
                  <a:lnTo>
                    <a:pt x="168710" y="2413704"/>
                  </a:lnTo>
                  <a:lnTo>
                    <a:pt x="157498" y="2458665"/>
                  </a:lnTo>
                  <a:lnTo>
                    <a:pt x="146656" y="2503771"/>
                  </a:lnTo>
                  <a:lnTo>
                    <a:pt x="136185" y="2549021"/>
                  </a:lnTo>
                  <a:lnTo>
                    <a:pt x="126088" y="2594413"/>
                  </a:lnTo>
                  <a:lnTo>
                    <a:pt x="116366" y="2639945"/>
                  </a:lnTo>
                  <a:lnTo>
                    <a:pt x="107021" y="2685615"/>
                  </a:lnTo>
                  <a:lnTo>
                    <a:pt x="98055" y="2731422"/>
                  </a:lnTo>
                  <a:lnTo>
                    <a:pt x="89468" y="2777364"/>
                  </a:lnTo>
                  <a:lnTo>
                    <a:pt x="81264" y="2823439"/>
                  </a:lnTo>
                  <a:lnTo>
                    <a:pt x="73443" y="2869646"/>
                  </a:lnTo>
                  <a:lnTo>
                    <a:pt x="66008" y="2915983"/>
                  </a:lnTo>
                  <a:lnTo>
                    <a:pt x="58959" y="2962449"/>
                  </a:lnTo>
                  <a:lnTo>
                    <a:pt x="52299" y="3009040"/>
                  </a:lnTo>
                  <a:lnTo>
                    <a:pt x="46030" y="3055757"/>
                  </a:lnTo>
                  <a:lnTo>
                    <a:pt x="40153" y="3102597"/>
                  </a:lnTo>
                  <a:lnTo>
                    <a:pt x="34669" y="3149558"/>
                  </a:lnTo>
                  <a:lnTo>
                    <a:pt x="29582" y="3196638"/>
                  </a:lnTo>
                  <a:lnTo>
                    <a:pt x="24891" y="3243837"/>
                  </a:lnTo>
                  <a:lnTo>
                    <a:pt x="20599" y="3291152"/>
                  </a:lnTo>
                  <a:lnTo>
                    <a:pt x="16708" y="3338582"/>
                  </a:lnTo>
                  <a:lnTo>
                    <a:pt x="13220" y="3386125"/>
                  </a:lnTo>
                  <a:lnTo>
                    <a:pt x="10135" y="3433779"/>
                  </a:lnTo>
                  <a:lnTo>
                    <a:pt x="7456" y="3481542"/>
                  </a:lnTo>
                  <a:lnTo>
                    <a:pt x="5185" y="3529413"/>
                  </a:lnTo>
                  <a:lnTo>
                    <a:pt x="3323" y="3577390"/>
                  </a:lnTo>
                  <a:lnTo>
                    <a:pt x="1871" y="3625472"/>
                  </a:lnTo>
                  <a:lnTo>
                    <a:pt x="833" y="3673656"/>
                  </a:lnTo>
                  <a:lnTo>
                    <a:pt x="208" y="3721941"/>
                  </a:lnTo>
                  <a:lnTo>
                    <a:pt x="0" y="3770326"/>
                  </a:lnTo>
                  <a:lnTo>
                    <a:pt x="208" y="3818710"/>
                  </a:lnTo>
                  <a:lnTo>
                    <a:pt x="833" y="3866996"/>
                  </a:lnTo>
                  <a:lnTo>
                    <a:pt x="1871" y="3915180"/>
                  </a:lnTo>
                  <a:lnTo>
                    <a:pt x="3323" y="3963261"/>
                  </a:lnTo>
                  <a:lnTo>
                    <a:pt x="5185" y="4011239"/>
                  </a:lnTo>
                  <a:lnTo>
                    <a:pt x="7456" y="4059110"/>
                  </a:lnTo>
                  <a:lnTo>
                    <a:pt x="10135" y="4106873"/>
                  </a:lnTo>
                  <a:lnTo>
                    <a:pt x="13220" y="4154527"/>
                  </a:lnTo>
                  <a:lnTo>
                    <a:pt x="16708" y="4202070"/>
                  </a:lnTo>
                  <a:lnTo>
                    <a:pt x="20599" y="4249499"/>
                  </a:lnTo>
                  <a:lnTo>
                    <a:pt x="24891" y="4296814"/>
                  </a:lnTo>
                  <a:lnTo>
                    <a:pt x="29582" y="4344013"/>
                  </a:lnTo>
                  <a:lnTo>
                    <a:pt x="34669" y="4391094"/>
                  </a:lnTo>
                  <a:lnTo>
                    <a:pt x="40153" y="4438055"/>
                  </a:lnTo>
                  <a:lnTo>
                    <a:pt x="46030" y="4484895"/>
                  </a:lnTo>
                  <a:lnTo>
                    <a:pt x="52299" y="4531611"/>
                  </a:lnTo>
                  <a:lnTo>
                    <a:pt x="58959" y="4578203"/>
                  </a:lnTo>
                  <a:lnTo>
                    <a:pt x="66008" y="4624668"/>
                  </a:lnTo>
                  <a:lnTo>
                    <a:pt x="73443" y="4671005"/>
                  </a:lnTo>
                  <a:lnTo>
                    <a:pt x="81264" y="4717212"/>
                  </a:lnTo>
                  <a:lnTo>
                    <a:pt x="89468" y="4763288"/>
                  </a:lnTo>
                  <a:lnTo>
                    <a:pt x="98055" y="4809230"/>
                  </a:lnTo>
                  <a:lnTo>
                    <a:pt x="107021" y="4855037"/>
                  </a:lnTo>
                  <a:lnTo>
                    <a:pt x="116366" y="4900707"/>
                  </a:lnTo>
                  <a:lnTo>
                    <a:pt x="126088" y="4946239"/>
                  </a:lnTo>
                  <a:lnTo>
                    <a:pt x="136185" y="4991631"/>
                  </a:lnTo>
                  <a:lnTo>
                    <a:pt x="146656" y="5036880"/>
                  </a:lnTo>
                  <a:lnTo>
                    <a:pt x="157498" y="5081987"/>
                  </a:lnTo>
                  <a:lnTo>
                    <a:pt x="168710" y="5126948"/>
                  </a:lnTo>
                  <a:lnTo>
                    <a:pt x="180290" y="5171762"/>
                  </a:lnTo>
                  <a:lnTo>
                    <a:pt x="192237" y="5216427"/>
                  </a:lnTo>
                  <a:lnTo>
                    <a:pt x="204549" y="5260943"/>
                  </a:lnTo>
                  <a:lnTo>
                    <a:pt x="217224" y="5305306"/>
                  </a:lnTo>
                  <a:lnTo>
                    <a:pt x="230261" y="5349515"/>
                  </a:lnTo>
                  <a:lnTo>
                    <a:pt x="243657" y="5393569"/>
                  </a:lnTo>
                  <a:lnTo>
                    <a:pt x="257412" y="5437465"/>
                  </a:lnTo>
                  <a:lnTo>
                    <a:pt x="271523" y="5481203"/>
                  </a:lnTo>
                  <a:lnTo>
                    <a:pt x="285988" y="5524780"/>
                  </a:lnTo>
                  <a:lnTo>
                    <a:pt x="300807" y="5568195"/>
                  </a:lnTo>
                  <a:lnTo>
                    <a:pt x="315976" y="5611446"/>
                  </a:lnTo>
                  <a:lnTo>
                    <a:pt x="331496" y="5654531"/>
                  </a:lnTo>
                  <a:lnTo>
                    <a:pt x="347363" y="5697449"/>
                  </a:lnTo>
                  <a:lnTo>
                    <a:pt x="363576" y="5740198"/>
                  </a:lnTo>
                  <a:lnTo>
                    <a:pt x="380134" y="5782776"/>
                  </a:lnTo>
                  <a:lnTo>
                    <a:pt x="397034" y="5825181"/>
                  </a:lnTo>
                  <a:lnTo>
                    <a:pt x="414276" y="5867413"/>
                  </a:lnTo>
                  <a:lnTo>
                    <a:pt x="431857" y="5909468"/>
                  </a:lnTo>
                  <a:lnTo>
                    <a:pt x="449776" y="5951346"/>
                  </a:lnTo>
                  <a:lnTo>
                    <a:pt x="468030" y="5993044"/>
                  </a:lnTo>
                  <a:lnTo>
                    <a:pt x="486619" y="6034562"/>
                  </a:lnTo>
                  <a:lnTo>
                    <a:pt x="505540" y="6075897"/>
                  </a:lnTo>
                  <a:lnTo>
                    <a:pt x="524793" y="6117047"/>
                  </a:lnTo>
                  <a:lnTo>
                    <a:pt x="544374" y="6158011"/>
                  </a:lnTo>
                  <a:lnTo>
                    <a:pt x="564283" y="6198788"/>
                  </a:lnTo>
                  <a:lnTo>
                    <a:pt x="584517" y="6239375"/>
                  </a:lnTo>
                  <a:lnTo>
                    <a:pt x="605076" y="6279770"/>
                  </a:lnTo>
                  <a:lnTo>
                    <a:pt x="625956" y="6319973"/>
                  </a:lnTo>
                  <a:lnTo>
                    <a:pt x="647158" y="6359981"/>
                  </a:lnTo>
                  <a:lnTo>
                    <a:pt x="668678" y="6399793"/>
                  </a:lnTo>
                  <a:lnTo>
                    <a:pt x="690516" y="6439407"/>
                  </a:lnTo>
                  <a:lnTo>
                    <a:pt x="712669" y="6478821"/>
                  </a:lnTo>
                  <a:lnTo>
                    <a:pt x="735136" y="6518033"/>
                  </a:lnTo>
                  <a:lnTo>
                    <a:pt x="757915" y="6557043"/>
                  </a:lnTo>
                  <a:lnTo>
                    <a:pt x="781004" y="6595847"/>
                  </a:lnTo>
                  <a:lnTo>
                    <a:pt x="804402" y="6634445"/>
                  </a:lnTo>
                  <a:lnTo>
                    <a:pt x="828108" y="6672835"/>
                  </a:lnTo>
                  <a:lnTo>
                    <a:pt x="852118" y="6711015"/>
                  </a:lnTo>
                  <a:lnTo>
                    <a:pt x="876432" y="6748983"/>
                  </a:lnTo>
                  <a:lnTo>
                    <a:pt x="901048" y="6786738"/>
                  </a:lnTo>
                  <a:lnTo>
                    <a:pt x="925964" y="6824278"/>
                  </a:lnTo>
                  <a:lnTo>
                    <a:pt x="951179" y="6861601"/>
                  </a:lnTo>
                  <a:lnTo>
                    <a:pt x="976690" y="6898705"/>
                  </a:lnTo>
                  <a:lnTo>
                    <a:pt x="1002497" y="6935590"/>
                  </a:lnTo>
                  <a:lnTo>
                    <a:pt x="1028596" y="6972252"/>
                  </a:lnTo>
                  <a:lnTo>
                    <a:pt x="1054988" y="7008691"/>
                  </a:lnTo>
                  <a:lnTo>
                    <a:pt x="1081670" y="7044905"/>
                  </a:lnTo>
                  <a:lnTo>
                    <a:pt x="1108639" y="7080892"/>
                  </a:lnTo>
                  <a:lnTo>
                    <a:pt x="1135896" y="7116650"/>
                  </a:lnTo>
                  <a:lnTo>
                    <a:pt x="1163437" y="7152177"/>
                  </a:lnTo>
                  <a:lnTo>
                    <a:pt x="1191261" y="7187473"/>
                  </a:lnTo>
                  <a:lnTo>
                    <a:pt x="1219367" y="7222534"/>
                  </a:lnTo>
                  <a:lnTo>
                    <a:pt x="1247753" y="7257361"/>
                  </a:lnTo>
                  <a:lnTo>
                    <a:pt x="1276416" y="7291950"/>
                  </a:lnTo>
                  <a:lnTo>
                    <a:pt x="1305356" y="7326300"/>
                  </a:lnTo>
                  <a:lnTo>
                    <a:pt x="1334571" y="7360409"/>
                  </a:lnTo>
                  <a:lnTo>
                    <a:pt x="1364059" y="7394277"/>
                  </a:lnTo>
                  <a:lnTo>
                    <a:pt x="1393818" y="7427900"/>
                  </a:lnTo>
                  <a:lnTo>
                    <a:pt x="1423846" y="7461278"/>
                  </a:lnTo>
                  <a:lnTo>
                    <a:pt x="1454142" y="7494408"/>
                  </a:lnTo>
                  <a:lnTo>
                    <a:pt x="1484705" y="7527289"/>
                  </a:lnTo>
                  <a:lnTo>
                    <a:pt x="1497330" y="7540652"/>
                  </a:lnTo>
                </a:path>
              </a:pathLst>
            </a:custGeom>
            <a:ln w="617220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056640">
              <a:lnSpc>
                <a:spcPct val="100000"/>
              </a:lnSpc>
              <a:spcBef>
                <a:spcPts val="90"/>
              </a:spcBef>
            </a:pPr>
            <a:r>
              <a:rPr dirty="0" spc="-15"/>
              <a:t>AD</a:t>
            </a:r>
            <a:r>
              <a:rPr dirty="0" spc="-645"/>
              <a:t>V</a:t>
            </a:r>
            <a:r>
              <a:rPr dirty="0" spc="-15"/>
              <a:t>AN</a:t>
            </a:r>
            <a:r>
              <a:rPr dirty="0" spc="-375"/>
              <a:t>T</a:t>
            </a:r>
            <a:r>
              <a:rPr dirty="0" spc="-15"/>
              <a:t>A</a:t>
            </a:r>
            <a:r>
              <a:rPr dirty="0" spc="-45"/>
              <a:t>G</a:t>
            </a:r>
            <a:r>
              <a:rPr dirty="0" spc="-15"/>
              <a:t>ES</a:t>
            </a:r>
            <a:r>
              <a:rPr dirty="0" spc="-45"/>
              <a:t> </a:t>
            </a:r>
            <a:r>
              <a:rPr dirty="0"/>
              <a:t>&amp;</a:t>
            </a:r>
            <a:r>
              <a:rPr dirty="0" spc="-80"/>
              <a:t> </a:t>
            </a:r>
            <a:r>
              <a:rPr dirty="0" spc="-40"/>
              <a:t>LIMITATIONS</a:t>
            </a:r>
          </a:p>
        </p:txBody>
      </p:sp>
      <p:sp>
        <p:nvSpPr>
          <p:cNvPr id="24" name="object 24" descr=""/>
          <p:cNvSpPr txBox="1"/>
          <p:nvPr/>
        </p:nvSpPr>
        <p:spPr>
          <a:xfrm>
            <a:off x="2289175" y="2026360"/>
            <a:ext cx="6271895" cy="21602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3354"/>
              </a:lnSpc>
              <a:spcBef>
                <a:spcPts val="110"/>
              </a:spcBef>
            </a:pPr>
            <a:r>
              <a:rPr dirty="0" sz="2800" spc="-10" b="1">
                <a:latin typeface="Calibri"/>
                <a:cs typeface="Calibri"/>
              </a:rPr>
              <a:t>ADVANTAGES</a:t>
            </a:r>
            <a:r>
              <a:rPr dirty="0" sz="2800" spc="-1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273685" indent="-260985">
              <a:lnSpc>
                <a:spcPts val="3350"/>
              </a:lnSpc>
              <a:buChar char="•"/>
              <a:tabLst>
                <a:tab pos="273685" algn="l"/>
              </a:tabLst>
            </a:pPr>
            <a:r>
              <a:rPr dirty="0" sz="2800" spc="-10">
                <a:latin typeface="Calibri"/>
                <a:cs typeface="Calibri"/>
              </a:rPr>
              <a:t>Easy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user-friendly</a:t>
            </a:r>
            <a:endParaRPr sz="2800">
              <a:latin typeface="Calibri"/>
              <a:cs typeface="Calibri"/>
            </a:endParaRPr>
          </a:p>
          <a:p>
            <a:pPr marL="273050" indent="-260350">
              <a:lnSpc>
                <a:spcPts val="3354"/>
              </a:lnSpc>
              <a:buChar char="•"/>
              <a:tabLst>
                <a:tab pos="273050" algn="l"/>
              </a:tabLst>
            </a:pPr>
            <a:r>
              <a:rPr dirty="0" sz="2800" spc="-10">
                <a:latin typeface="Calibri"/>
                <a:cs typeface="Calibri"/>
              </a:rPr>
              <a:t>Accurate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expense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tracking</a:t>
            </a:r>
            <a:endParaRPr sz="2800">
              <a:latin typeface="Calibri"/>
              <a:cs typeface="Calibri"/>
            </a:endParaRPr>
          </a:p>
          <a:p>
            <a:pPr marL="273050" indent="-260350">
              <a:lnSpc>
                <a:spcPts val="3354"/>
              </a:lnSpc>
              <a:spcBef>
                <a:spcPts val="25"/>
              </a:spcBef>
              <a:buChar char="•"/>
              <a:tabLst>
                <a:tab pos="273050" algn="l"/>
              </a:tabLst>
            </a:pPr>
            <a:r>
              <a:rPr dirty="0" sz="2800">
                <a:latin typeface="Calibri"/>
                <a:cs typeface="Calibri"/>
              </a:rPr>
              <a:t>Provides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visual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insights</a:t>
            </a:r>
            <a:endParaRPr sz="2800">
              <a:latin typeface="Calibri"/>
              <a:cs typeface="Calibri"/>
            </a:endParaRPr>
          </a:p>
          <a:p>
            <a:pPr marL="273685" indent="-260985">
              <a:lnSpc>
                <a:spcPts val="3354"/>
              </a:lnSpc>
              <a:buChar char="•"/>
              <a:tabLst>
                <a:tab pos="273685" algn="l"/>
              </a:tabLst>
            </a:pPr>
            <a:r>
              <a:rPr dirty="0" sz="2800">
                <a:latin typeface="Calibri"/>
                <a:cs typeface="Calibri"/>
              </a:rPr>
              <a:t>Saves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compared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manual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methods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289175" y="4588255"/>
            <a:ext cx="7453630" cy="1734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354"/>
              </a:lnSpc>
              <a:spcBef>
                <a:spcPts val="105"/>
              </a:spcBef>
            </a:pPr>
            <a:r>
              <a:rPr dirty="0" sz="2800" spc="-10" b="1">
                <a:latin typeface="Calibri"/>
                <a:cs typeface="Calibri"/>
              </a:rPr>
              <a:t>LIMITATIONS</a:t>
            </a:r>
            <a:r>
              <a:rPr dirty="0" sz="2800" spc="-1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273685" indent="-260985">
              <a:lnSpc>
                <a:spcPts val="3350"/>
              </a:lnSpc>
              <a:buChar char="•"/>
              <a:tabLst>
                <a:tab pos="273685" algn="l"/>
              </a:tabLst>
            </a:pPr>
            <a:r>
              <a:rPr dirty="0" sz="2800" spc="-10">
                <a:latin typeface="Calibri"/>
                <a:cs typeface="Calibri"/>
              </a:rPr>
              <a:t>Requires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internet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connection</a:t>
            </a:r>
            <a:endParaRPr sz="2800">
              <a:latin typeface="Calibri"/>
              <a:cs typeface="Calibri"/>
            </a:endParaRPr>
          </a:p>
          <a:p>
            <a:pPr marL="273050" indent="-260350">
              <a:lnSpc>
                <a:spcPts val="3354"/>
              </a:lnSpc>
              <a:buChar char="•"/>
              <a:tabLst>
                <a:tab pos="273050" algn="l"/>
              </a:tabLst>
            </a:pPr>
            <a:r>
              <a:rPr dirty="0" sz="2800">
                <a:latin typeface="Calibri"/>
                <a:cs typeface="Calibri"/>
              </a:rPr>
              <a:t>Limited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basic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analytics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current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version</a:t>
            </a:r>
            <a:endParaRPr sz="2800">
              <a:latin typeface="Calibri"/>
              <a:cs typeface="Calibri"/>
            </a:endParaRPr>
          </a:p>
          <a:p>
            <a:pPr marL="273685" indent="-260985">
              <a:lnSpc>
                <a:spcPct val="100000"/>
              </a:lnSpc>
              <a:spcBef>
                <a:spcPts val="30"/>
              </a:spcBef>
              <a:buChar char="•"/>
              <a:tabLst>
                <a:tab pos="273685" algn="l"/>
              </a:tabLst>
            </a:pP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privacy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depends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implementation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security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77714" y="4018279"/>
            <a:ext cx="7407275" cy="172720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150" spc="195" i="1">
                <a:solidFill>
                  <a:srgbClr val="181818"/>
                </a:solidFill>
                <a:latin typeface="Trebuchet MS"/>
                <a:cs typeface="Trebuchet MS"/>
              </a:rPr>
              <a:t>Thank</a:t>
            </a:r>
            <a:r>
              <a:rPr dirty="0" sz="11150" spc="-5" i="1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11150" spc="600" i="1">
                <a:solidFill>
                  <a:srgbClr val="181818"/>
                </a:solidFill>
                <a:latin typeface="Trebuchet MS"/>
                <a:cs typeface="Trebuchet MS"/>
              </a:rPr>
              <a:t>you</a:t>
            </a:r>
            <a:endParaRPr sz="1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2026-05-05T16:53:50Z</dcterms:created>
  <dcterms:modified xsi:type="dcterms:W3CDTF">2026-05-05T16:53:50Z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2026-05-05T00:00:00Z</vt:filetime>
  </property>
  <property fmtid="{D5CDD505-2E9C-101B-9397-08002B2CF9AE}" pid="5" name="Producer">
    <vt:lpwstr>www.ilovepdf.com</vt:lpwstr>
  </property>
</Properties>
</file>